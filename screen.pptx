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15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56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4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AD10E3-92B0-4667-5996-F5CF2F471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83226C9-3923-D467-C823-D52FD6208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19BBA7-40A9-5F27-3EF2-30E2F7BA3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342BDE-6D6C-5773-51C5-EF46B64AB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CBB897-5B94-D28B-D3BC-23CDA20F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600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D2DA8B-8CA6-1EFC-0819-5290FD3F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A1277B-CB01-9949-BA1A-71EACEA42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195DF8-4634-CC56-C0F2-F59C7DCAB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90D407-042B-BD84-C4EF-6F1876613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E1A8C7-779E-B6EF-960A-7FEAF30E9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75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4144D1-A763-B5AF-9D72-FA9FF811C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F0F8927-C4FD-0BE7-BC5C-6269F4FE5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B159AA-3CF7-FA47-8AD3-8DC1D46EB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EFC549-4DAD-B3B4-B168-D91539072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1A2E14-985D-7A01-50AF-2B328F0D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772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6C23-A8C7-78A5-336E-421A5B6C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C285B2-628A-4A5A-A95E-71680672FE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AD62D4-DCAB-084A-A344-244D3DB9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33035FD-4297-5A7A-410D-85D8C5DA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F2D099-8E82-2B43-38F6-CEC323DD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2945D9-10EC-2B4D-4D88-ED320B514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490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A03426-052A-ED97-C69A-6A3226A48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AFD976-8731-0CED-B8E7-7E528EFA1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8870070-1454-E146-90C9-289349CC2B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036DA88-4FCD-1D43-5FE6-C18D2C1F77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FC8BEF-5367-22A6-4A0B-904A30E4A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E4ADD07-8BEE-6BEC-FA83-03BB293E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2B49F90-BACC-68C6-1FE1-D497D84F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A8E4261-A149-BF3A-33E6-5A98CED0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965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7716A8-89EB-7AE4-6D25-8FB408D06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237A547-E5E7-DA3B-1C55-8DF43D29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7464B89-A5C9-9886-4868-C9D9A9A6E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D22FEB-3D05-044D-5D53-2E087626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616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767A74F-47F1-E11F-9DF2-AFCD7E922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27272B-5540-CC77-C512-8574C3EE8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154E70A-3881-E4B3-1666-2F9D3633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4043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765CB-B5E3-33DC-4A4B-014E69733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081E01-74EE-AE06-2F7D-843D8775E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C1C827-3FA1-8B15-9556-6CDE719616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4DEF050-99C1-4795-7B76-F763937F5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CC9EDE7-B8A2-83F6-E9D3-A37A44D43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8BB55A3-0557-C8CD-455D-094D4A4D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199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8C2A92-2D0F-BC54-18BE-04214653F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80988F-A620-5768-5278-EA73A822F8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718DD8-FBBA-2F73-43CC-1277B23EF5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B0B73C-DFDE-01DE-91F8-BA0F6472C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D0B33C6-554A-35A8-F472-6B3BA5DFF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22138E-8215-E5D5-CA7A-E45A1A56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004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1174A1-7603-A9E7-1E4F-95617B0E3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768BB1-FA7C-FC9E-906C-0A55A1AD7E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8013DE-1C9F-6136-0F10-FF75694BC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6C0A00-D879-9A32-9C75-483F1C265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97CF6C-4D2A-BD5E-9E6A-07AE1BE37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687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F0C7C1E-EF4D-6508-A88E-517F5AC768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92C095E-DE81-B539-40C0-6ED20A2670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3B1380-607E-A925-22E9-FA2B2BABF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6B0749-4CA6-DD93-6314-8DCD59027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1BA12B-59B8-F08D-10AF-B077B0075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2706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F8000-99E9-590E-9C13-1D86A9C8D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5CED84-0F53-2FAD-2E7A-03FB9D07D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64B940-3761-AB6F-B805-A5F8059FA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AE2E2B-653B-4E97-8FB5-068137AA788A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D20E2C-80CF-107F-9525-35E8DBA6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0A73F1-0872-AD67-070D-9C1168219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0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5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C71332-5DDB-DAB6-CDEF-4D416E3B1F78}"/>
              </a:ext>
            </a:extLst>
          </p:cNvPr>
          <p:cNvSpPr txBox="1"/>
          <p:nvPr/>
        </p:nvSpPr>
        <p:spPr>
          <a:xfrm>
            <a:off x="344470" y="179045"/>
            <a:ext cx="1988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CAN-BUS 2 250KB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B4C075-47B6-F131-5C8E-5533F793ED39}"/>
              </a:ext>
            </a:extLst>
          </p:cNvPr>
          <p:cNvSpPr txBox="1"/>
          <p:nvPr/>
        </p:nvSpPr>
        <p:spPr>
          <a:xfrm>
            <a:off x="334592" y="559463"/>
            <a:ext cx="2294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EC None errors</a:t>
            </a:r>
            <a:endParaRPr lang="ru-RU" sz="20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1" name="Овал 60">
            <a:extLst>
              <a:ext uri="{FF2B5EF4-FFF2-40B4-BE49-F238E27FC236}">
                <a16:creationId xmlns:a16="http://schemas.microsoft.com/office/drawing/2014/main" id="{7321FD0E-64C0-0DC6-B507-668D62CBE0DC}"/>
              </a:ext>
            </a:extLst>
          </p:cNvPr>
          <p:cNvSpPr/>
          <p:nvPr/>
        </p:nvSpPr>
        <p:spPr>
          <a:xfrm>
            <a:off x="2754572" y="701977"/>
            <a:ext cx="180000" cy="180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6" name="Группа 75">
            <a:extLst>
              <a:ext uri="{FF2B5EF4-FFF2-40B4-BE49-F238E27FC236}">
                <a16:creationId xmlns:a16="http://schemas.microsoft.com/office/drawing/2014/main" id="{BDB3486C-2358-B962-983D-7BF9C6B6BA4C}"/>
              </a:ext>
            </a:extLst>
          </p:cNvPr>
          <p:cNvGrpSpPr/>
          <p:nvPr/>
        </p:nvGrpSpPr>
        <p:grpSpPr>
          <a:xfrm>
            <a:off x="4918623" y="2163185"/>
            <a:ext cx="2220031" cy="677108"/>
            <a:chOff x="1613042" y="4339696"/>
            <a:chExt cx="2220031" cy="677108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ABDF7A0-506A-EFA3-2201-1E6D2490AC75}"/>
                </a:ext>
              </a:extLst>
            </p:cNvPr>
            <p:cNvSpPr txBox="1"/>
            <p:nvPr/>
          </p:nvSpPr>
          <p:spPr>
            <a:xfrm>
              <a:off x="1613042" y="4339696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SoC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A8A6A804-0E06-162A-D63D-A834ED826E43}"/>
                </a:ext>
              </a:extLst>
            </p:cNvPr>
            <p:cNvGrpSpPr/>
            <p:nvPr/>
          </p:nvGrpSpPr>
          <p:grpSpPr>
            <a:xfrm>
              <a:off x="2167931" y="4762648"/>
              <a:ext cx="1119800" cy="180000"/>
              <a:chOff x="7544886" y="2447301"/>
              <a:chExt cx="1119800" cy="180000"/>
            </a:xfrm>
          </p:grpSpPr>
          <p:sp>
            <p:nvSpPr>
              <p:cNvPr id="47" name="Прямоугольник 46">
                <a:extLst>
                  <a:ext uri="{FF2B5EF4-FFF2-40B4-BE49-F238E27FC236}">
                    <a16:creationId xmlns:a16="http://schemas.microsoft.com/office/drawing/2014/main" id="{E16DDE96-4258-1DBD-6938-383C71E572DD}"/>
                  </a:ext>
                </a:extLst>
              </p:cNvPr>
              <p:cNvSpPr/>
              <p:nvPr/>
            </p:nvSpPr>
            <p:spPr>
              <a:xfrm>
                <a:off x="75448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8" name="Прямоугольник 47">
                <a:extLst>
                  <a:ext uri="{FF2B5EF4-FFF2-40B4-BE49-F238E27FC236}">
                    <a16:creationId xmlns:a16="http://schemas.microsoft.com/office/drawing/2014/main" id="{E7357A66-0DD2-B485-DD4C-B57F08AB3529}"/>
                  </a:ext>
                </a:extLst>
              </p:cNvPr>
              <p:cNvSpPr/>
              <p:nvPr/>
            </p:nvSpPr>
            <p:spPr>
              <a:xfrm>
                <a:off x="777983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9" name="Прямоугольник 48">
                <a:extLst>
                  <a:ext uri="{FF2B5EF4-FFF2-40B4-BE49-F238E27FC236}">
                    <a16:creationId xmlns:a16="http://schemas.microsoft.com/office/drawing/2014/main" id="{FDE8C391-ECCD-4A57-AFA9-68C248A65FC8}"/>
                  </a:ext>
                </a:extLst>
              </p:cNvPr>
              <p:cNvSpPr/>
              <p:nvPr/>
            </p:nvSpPr>
            <p:spPr>
              <a:xfrm>
                <a:off x="80147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0" name="Прямоугольник 49">
                <a:extLst>
                  <a:ext uri="{FF2B5EF4-FFF2-40B4-BE49-F238E27FC236}">
                    <a16:creationId xmlns:a16="http://schemas.microsoft.com/office/drawing/2014/main" id="{96950B44-D1B6-FCCD-B996-C97FDF973F4E}"/>
                  </a:ext>
                </a:extLst>
              </p:cNvPr>
              <p:cNvSpPr/>
              <p:nvPr/>
            </p:nvSpPr>
            <p:spPr>
              <a:xfrm>
                <a:off x="824973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51" name="Прямоугольник 50">
                <a:extLst>
                  <a:ext uri="{FF2B5EF4-FFF2-40B4-BE49-F238E27FC236}">
                    <a16:creationId xmlns:a16="http://schemas.microsoft.com/office/drawing/2014/main" id="{A962CA03-8E0B-E353-ADA1-4CB531560EA1}"/>
                  </a:ext>
                </a:extLst>
              </p:cNvPr>
              <p:cNvSpPr/>
              <p:nvPr/>
            </p:nvSpPr>
            <p:spPr>
              <a:xfrm>
                <a:off x="84846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B820D7E-EDCD-8840-3A0A-70ECD12BFD8C}"/>
                </a:ext>
              </a:extLst>
            </p:cNvPr>
            <p:cNvSpPr txBox="1"/>
            <p:nvPr/>
          </p:nvSpPr>
          <p:spPr>
            <a:xfrm>
              <a:off x="1613042" y="467825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SoH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22F3421-3370-B356-73F8-36FFA70C5FAC}"/>
                </a:ext>
              </a:extLst>
            </p:cNvPr>
            <p:cNvSpPr txBox="1"/>
            <p:nvPr/>
          </p:nvSpPr>
          <p:spPr>
            <a:xfrm>
              <a:off x="3287731" y="4339696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58%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4FD41A-1EDC-0744-647B-B8E18D48066F}"/>
                </a:ext>
              </a:extLst>
            </p:cNvPr>
            <p:cNvSpPr txBox="1"/>
            <p:nvPr/>
          </p:nvSpPr>
          <p:spPr>
            <a:xfrm>
              <a:off x="3287731" y="467825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96%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75" name="Группа 74">
              <a:extLst>
                <a:ext uri="{FF2B5EF4-FFF2-40B4-BE49-F238E27FC236}">
                  <a16:creationId xmlns:a16="http://schemas.microsoft.com/office/drawing/2014/main" id="{8826B01A-A98F-8C05-A7DC-9B63F4B5ACD3}"/>
                </a:ext>
              </a:extLst>
            </p:cNvPr>
            <p:cNvGrpSpPr/>
            <p:nvPr/>
          </p:nvGrpSpPr>
          <p:grpSpPr>
            <a:xfrm>
              <a:off x="2167931" y="4424094"/>
              <a:ext cx="1119800" cy="180000"/>
              <a:chOff x="2167931" y="4424094"/>
              <a:chExt cx="1119800" cy="180000"/>
            </a:xfrm>
          </p:grpSpPr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C3B8C747-2258-F4DB-D8A4-A822CB394FDC}"/>
                  </a:ext>
                </a:extLst>
              </p:cNvPr>
              <p:cNvSpPr/>
              <p:nvPr/>
            </p:nvSpPr>
            <p:spPr>
              <a:xfrm>
                <a:off x="216793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1" name="Прямоугольник 40">
                <a:extLst>
                  <a:ext uri="{FF2B5EF4-FFF2-40B4-BE49-F238E27FC236}">
                    <a16:creationId xmlns:a16="http://schemas.microsoft.com/office/drawing/2014/main" id="{C9340A31-441B-7242-BE87-CED7ACFE03CA}"/>
                  </a:ext>
                </a:extLst>
              </p:cNvPr>
              <p:cNvSpPr/>
              <p:nvPr/>
            </p:nvSpPr>
            <p:spPr>
              <a:xfrm>
                <a:off x="240288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Прямоугольник 41">
                <a:extLst>
                  <a:ext uri="{FF2B5EF4-FFF2-40B4-BE49-F238E27FC236}">
                    <a16:creationId xmlns:a16="http://schemas.microsoft.com/office/drawing/2014/main" id="{31C8A166-3F01-0993-3C82-EE649EEE8962}"/>
                  </a:ext>
                </a:extLst>
              </p:cNvPr>
              <p:cNvSpPr/>
              <p:nvPr/>
            </p:nvSpPr>
            <p:spPr>
              <a:xfrm>
                <a:off x="263783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Прямоугольник 62">
                <a:extLst>
                  <a:ext uri="{FF2B5EF4-FFF2-40B4-BE49-F238E27FC236}">
                    <a16:creationId xmlns:a16="http://schemas.microsoft.com/office/drawing/2014/main" id="{36A51CB3-1A76-2AB7-C5A6-994C40EB3D45}"/>
                  </a:ext>
                </a:extLst>
              </p:cNvPr>
              <p:cNvSpPr/>
              <p:nvPr/>
            </p:nvSpPr>
            <p:spPr>
              <a:xfrm>
                <a:off x="2872781" y="4424094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5" name="Прямоугольник 64">
                <a:extLst>
                  <a:ext uri="{FF2B5EF4-FFF2-40B4-BE49-F238E27FC236}">
                    <a16:creationId xmlns:a16="http://schemas.microsoft.com/office/drawing/2014/main" id="{C5CD7141-437F-F372-5C50-28C7094FCF3E}"/>
                  </a:ext>
                </a:extLst>
              </p:cNvPr>
              <p:cNvSpPr/>
              <p:nvPr/>
            </p:nvSpPr>
            <p:spPr>
              <a:xfrm>
                <a:off x="3107731" y="4424094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C5A13B13-4428-66F5-FD47-5F9021443335}"/>
              </a:ext>
            </a:extLst>
          </p:cNvPr>
          <p:cNvGrpSpPr/>
          <p:nvPr/>
        </p:nvGrpSpPr>
        <p:grpSpPr>
          <a:xfrm>
            <a:off x="4918623" y="3129251"/>
            <a:ext cx="2170921" cy="1015662"/>
            <a:chOff x="1787320" y="5101202"/>
            <a:chExt cx="2170921" cy="1015662"/>
          </a:xfrm>
        </p:grpSpPr>
        <p:grpSp>
          <p:nvGrpSpPr>
            <p:cNvPr id="78" name="Группа 77">
              <a:extLst>
                <a:ext uri="{FF2B5EF4-FFF2-40B4-BE49-F238E27FC236}">
                  <a16:creationId xmlns:a16="http://schemas.microsoft.com/office/drawing/2014/main" id="{0E68881B-51CD-5CBF-7BC7-B0F399A15A52}"/>
                </a:ext>
              </a:extLst>
            </p:cNvPr>
            <p:cNvGrpSpPr/>
            <p:nvPr/>
          </p:nvGrpSpPr>
          <p:grpSpPr>
            <a:xfrm>
              <a:off x="2172874" y="5185600"/>
              <a:ext cx="1120613" cy="180000"/>
              <a:chOff x="2172874" y="5185600"/>
              <a:chExt cx="1120613" cy="180000"/>
            </a:xfrm>
          </p:grpSpPr>
          <p:sp>
            <p:nvSpPr>
              <p:cNvPr id="67" name="Прямоугольник 66">
                <a:extLst>
                  <a:ext uri="{FF2B5EF4-FFF2-40B4-BE49-F238E27FC236}">
                    <a16:creationId xmlns:a16="http://schemas.microsoft.com/office/drawing/2014/main" id="{6B4A779A-4BE9-9424-5A85-CAB449732845}"/>
                  </a:ext>
                </a:extLst>
              </p:cNvPr>
              <p:cNvSpPr/>
              <p:nvPr/>
            </p:nvSpPr>
            <p:spPr>
              <a:xfrm>
                <a:off x="2878537" y="5185600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Прямоугольник 68">
                <a:extLst>
                  <a:ext uri="{FF2B5EF4-FFF2-40B4-BE49-F238E27FC236}">
                    <a16:creationId xmlns:a16="http://schemas.microsoft.com/office/drawing/2014/main" id="{CC77A440-B87B-1FE9-9384-EA4E0F78DD12}"/>
                  </a:ext>
                </a:extLst>
              </p:cNvPr>
              <p:cNvSpPr/>
              <p:nvPr/>
            </p:nvSpPr>
            <p:spPr>
              <a:xfrm>
                <a:off x="3113487" y="5185600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FAF166FE-B821-EB52-6428-D8C3B0B724D6}"/>
                  </a:ext>
                </a:extLst>
              </p:cNvPr>
              <p:cNvSpPr/>
              <p:nvPr/>
            </p:nvSpPr>
            <p:spPr>
              <a:xfrm>
                <a:off x="217287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840F1838-9A10-0217-5C0E-669A45A60932}"/>
                  </a:ext>
                </a:extLst>
              </p:cNvPr>
              <p:cNvSpPr/>
              <p:nvPr/>
            </p:nvSpPr>
            <p:spPr>
              <a:xfrm>
                <a:off x="240782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55152FC-688E-3E4F-C315-DE840F0F2C15}"/>
                  </a:ext>
                </a:extLst>
              </p:cNvPr>
              <p:cNvSpPr/>
              <p:nvPr/>
            </p:nvSpPr>
            <p:spPr>
              <a:xfrm>
                <a:off x="264277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134B475-4BB5-F6A6-6CE6-2059C764218C}"/>
                </a:ext>
              </a:extLst>
            </p:cNvPr>
            <p:cNvSpPr txBox="1"/>
            <p:nvPr/>
          </p:nvSpPr>
          <p:spPr>
            <a:xfrm>
              <a:off x="1787320" y="5101202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79" name="Группа 78">
              <a:extLst>
                <a:ext uri="{FF2B5EF4-FFF2-40B4-BE49-F238E27FC236}">
                  <a16:creationId xmlns:a16="http://schemas.microsoft.com/office/drawing/2014/main" id="{BA05810A-7EF4-745F-6F35-037E14489F34}"/>
                </a:ext>
              </a:extLst>
            </p:cNvPr>
            <p:cNvGrpSpPr/>
            <p:nvPr/>
          </p:nvGrpSpPr>
          <p:grpSpPr>
            <a:xfrm>
              <a:off x="2172874" y="5518552"/>
              <a:ext cx="1114857" cy="185602"/>
              <a:chOff x="2172874" y="5518552"/>
              <a:chExt cx="1114857" cy="185602"/>
            </a:xfrm>
          </p:grpSpPr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EA8C19DA-C4B3-6A4B-DB7F-1014C5AFA329}"/>
                  </a:ext>
                </a:extLst>
              </p:cNvPr>
              <p:cNvSpPr/>
              <p:nvPr/>
            </p:nvSpPr>
            <p:spPr>
              <a:xfrm>
                <a:off x="2872781" y="5518552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Прямоугольник 72">
                <a:extLst>
                  <a:ext uri="{FF2B5EF4-FFF2-40B4-BE49-F238E27FC236}">
                    <a16:creationId xmlns:a16="http://schemas.microsoft.com/office/drawing/2014/main" id="{73470574-5F81-C053-9415-D287EB94E6D8}"/>
                  </a:ext>
                </a:extLst>
              </p:cNvPr>
              <p:cNvSpPr/>
              <p:nvPr/>
            </p:nvSpPr>
            <p:spPr>
              <a:xfrm>
                <a:off x="3107731" y="5518552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A3210D-BE48-D3C1-6747-20B16921AA28}"/>
                  </a:ext>
                </a:extLst>
              </p:cNvPr>
              <p:cNvSpPr/>
              <p:nvPr/>
            </p:nvSpPr>
            <p:spPr>
              <a:xfrm>
                <a:off x="217287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A2844C6C-3466-D204-46C1-5FB69FD87379}"/>
                  </a:ext>
                </a:extLst>
              </p:cNvPr>
              <p:cNvSpPr/>
              <p:nvPr/>
            </p:nvSpPr>
            <p:spPr>
              <a:xfrm>
                <a:off x="240782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AE8441D6-6F6D-204F-33B5-ECB35CCEFFCE}"/>
                  </a:ext>
                </a:extLst>
              </p:cNvPr>
              <p:cNvSpPr/>
              <p:nvPr/>
            </p:nvSpPr>
            <p:spPr>
              <a:xfrm>
                <a:off x="264277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611525-B209-DCC6-5D20-C4CD59754C0E}"/>
                </a:ext>
              </a:extLst>
            </p:cNvPr>
            <p:cNvSpPr txBox="1"/>
            <p:nvPr/>
          </p:nvSpPr>
          <p:spPr>
            <a:xfrm>
              <a:off x="1787320" y="5439756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AD2A65AF-0FCA-C44B-96D6-65EC5CD286BC}"/>
                </a:ext>
              </a:extLst>
            </p:cNvPr>
            <p:cNvGrpSpPr/>
            <p:nvPr/>
          </p:nvGrpSpPr>
          <p:grpSpPr>
            <a:xfrm>
              <a:off x="2172874" y="5862708"/>
              <a:ext cx="1119800" cy="180000"/>
              <a:chOff x="7544886" y="2447301"/>
              <a:chExt cx="1119800" cy="180000"/>
            </a:xfrm>
          </p:grpSpPr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5F61079D-52F8-5072-E3B4-6EB14F913BCB}"/>
                  </a:ext>
                </a:extLst>
              </p:cNvPr>
              <p:cNvSpPr/>
              <p:nvPr/>
            </p:nvSpPr>
            <p:spPr>
              <a:xfrm>
                <a:off x="75448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54D78898-428C-376B-878E-9BE58301BE3E}"/>
                  </a:ext>
                </a:extLst>
              </p:cNvPr>
              <p:cNvSpPr/>
              <p:nvPr/>
            </p:nvSpPr>
            <p:spPr>
              <a:xfrm>
                <a:off x="777983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389E9B83-78BB-5DCD-5379-C11745E92D7A}"/>
                  </a:ext>
                </a:extLst>
              </p:cNvPr>
              <p:cNvSpPr/>
              <p:nvPr/>
            </p:nvSpPr>
            <p:spPr>
              <a:xfrm>
                <a:off x="80147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CD9E11A8-0928-8AF1-43FA-9C3688E96F49}"/>
                  </a:ext>
                </a:extLst>
              </p:cNvPr>
              <p:cNvSpPr/>
              <p:nvPr/>
            </p:nvSpPr>
            <p:spPr>
              <a:xfrm>
                <a:off x="824973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14505F98-714C-948D-D3E6-DAF2EF2A7795}"/>
                  </a:ext>
                </a:extLst>
              </p:cNvPr>
              <p:cNvSpPr/>
              <p:nvPr/>
            </p:nvSpPr>
            <p:spPr>
              <a:xfrm>
                <a:off x="84846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30CAC75-83A3-4CB1-5461-F0B011C0FF84}"/>
                </a:ext>
              </a:extLst>
            </p:cNvPr>
            <p:cNvSpPr txBox="1"/>
            <p:nvPr/>
          </p:nvSpPr>
          <p:spPr>
            <a:xfrm>
              <a:off x="1787320" y="577831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T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AC53DDD-2520-EB0C-3CFD-3E87ADAF8CCE}"/>
                </a:ext>
              </a:extLst>
            </p:cNvPr>
            <p:cNvSpPr txBox="1"/>
            <p:nvPr/>
          </p:nvSpPr>
          <p:spPr>
            <a:xfrm>
              <a:off x="3292674" y="5101202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700V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2ED83BE-6782-9F38-10B0-35DA0284BD5D}"/>
                </a:ext>
              </a:extLst>
            </p:cNvPr>
            <p:cNvSpPr txBox="1"/>
            <p:nvPr/>
          </p:nvSpPr>
          <p:spPr>
            <a:xfrm>
              <a:off x="3292674" y="5439756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500A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CD4375A-CEA0-62D3-A7C8-D7995EA4F9D2}"/>
                </a:ext>
              </a:extLst>
            </p:cNvPr>
            <p:cNvSpPr txBox="1"/>
            <p:nvPr/>
          </p:nvSpPr>
          <p:spPr>
            <a:xfrm>
              <a:off x="3292674" y="577831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7</a:t>
              </a:r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0C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193" name="Группа 192">
            <a:extLst>
              <a:ext uri="{FF2B5EF4-FFF2-40B4-BE49-F238E27FC236}">
                <a16:creationId xmlns:a16="http://schemas.microsoft.com/office/drawing/2014/main" id="{023D6FE9-C28E-6B74-4453-4B0EBDC48F75}"/>
              </a:ext>
            </a:extLst>
          </p:cNvPr>
          <p:cNvGrpSpPr/>
          <p:nvPr/>
        </p:nvGrpSpPr>
        <p:grpSpPr>
          <a:xfrm>
            <a:off x="228943" y="1136290"/>
            <a:ext cx="2968436" cy="2674991"/>
            <a:chOff x="476052" y="3334900"/>
            <a:chExt cx="2968436" cy="2039526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015F96AF-6C6A-C6CF-64EB-B58E36854686}"/>
                </a:ext>
              </a:extLst>
            </p:cNvPr>
            <p:cNvSpPr/>
            <p:nvPr/>
          </p:nvSpPr>
          <p:spPr>
            <a:xfrm>
              <a:off x="476052" y="3334900"/>
              <a:ext cx="2968436" cy="2039526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3ADCB3F-1A88-83D0-1689-E828CF30FB9E}"/>
                </a:ext>
              </a:extLst>
            </p:cNvPr>
            <p:cNvSpPr txBox="1"/>
            <p:nvPr/>
          </p:nvSpPr>
          <p:spPr>
            <a:xfrm>
              <a:off x="571960" y="342372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Link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947A6CD-B022-E998-39E2-5D8D0937A415}"/>
                </a:ext>
              </a:extLst>
            </p:cNvPr>
            <p:cNvSpPr txBox="1"/>
            <p:nvPr/>
          </p:nvSpPr>
          <p:spPr>
            <a:xfrm>
              <a:off x="1326314" y="3407876"/>
              <a:ext cx="9060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System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F74C8A0-8F7C-E7DB-EBF6-35772725D147}"/>
                </a:ext>
              </a:extLst>
            </p:cNvPr>
            <p:cNvSpPr txBox="1"/>
            <p:nvPr/>
          </p:nvSpPr>
          <p:spPr>
            <a:xfrm>
              <a:off x="2429878" y="3425586"/>
              <a:ext cx="9060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Errors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0666E30-691A-B323-29D8-DD7DF2A509CB}"/>
                </a:ext>
              </a:extLst>
            </p:cNvPr>
            <p:cNvSpPr txBox="1"/>
            <p:nvPr/>
          </p:nvSpPr>
          <p:spPr>
            <a:xfrm>
              <a:off x="552937" y="4120884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50ms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7F03C39-4C1D-D8D8-9404-C851F1D81E07}"/>
                </a:ext>
              </a:extLst>
            </p:cNvPr>
            <p:cNvSpPr txBox="1"/>
            <p:nvPr/>
          </p:nvSpPr>
          <p:spPr>
            <a:xfrm>
              <a:off x="1271800" y="4120884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converter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BF7BD0E2-4783-0006-00DA-FE4F6C9CE540}"/>
                </a:ext>
              </a:extLst>
            </p:cNvPr>
            <p:cNvSpPr txBox="1"/>
            <p:nvPr/>
          </p:nvSpPr>
          <p:spPr>
            <a:xfrm>
              <a:off x="2537936" y="4120884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3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AF9229A-7579-A114-1332-BD32B9EB0380}"/>
                </a:ext>
              </a:extLst>
            </p:cNvPr>
            <p:cNvSpPr txBox="1"/>
            <p:nvPr/>
          </p:nvSpPr>
          <p:spPr>
            <a:xfrm>
              <a:off x="567812" y="4456403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None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B42FEE9-304C-9F8A-46CA-5068E4DA70E2}"/>
                </a:ext>
              </a:extLst>
            </p:cNvPr>
            <p:cNvSpPr txBox="1"/>
            <p:nvPr/>
          </p:nvSpPr>
          <p:spPr>
            <a:xfrm>
              <a:off x="1286675" y="4456403"/>
              <a:ext cx="785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cells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A11E29B-0646-D57C-6565-CB1DD54F43E0}"/>
                </a:ext>
              </a:extLst>
            </p:cNvPr>
            <p:cNvSpPr txBox="1"/>
            <p:nvPr/>
          </p:nvSpPr>
          <p:spPr>
            <a:xfrm>
              <a:off x="2550103" y="4449894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unk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F83266D-A392-120E-293A-04C87CC4840A}"/>
                </a:ext>
              </a:extLst>
            </p:cNvPr>
            <p:cNvSpPr txBox="1"/>
            <p:nvPr/>
          </p:nvSpPr>
          <p:spPr>
            <a:xfrm>
              <a:off x="561340" y="4791922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None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9EC570A-1E41-C75C-A03E-7D9B7D3D1A1C}"/>
                </a:ext>
              </a:extLst>
            </p:cNvPr>
            <p:cNvSpPr txBox="1"/>
            <p:nvPr/>
          </p:nvSpPr>
          <p:spPr>
            <a:xfrm>
              <a:off x="1280203" y="4791922"/>
              <a:ext cx="1146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coolling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04830EC-746A-32EB-017A-6BA4F67F2915}"/>
                </a:ext>
              </a:extLst>
            </p:cNvPr>
            <p:cNvSpPr txBox="1"/>
            <p:nvPr/>
          </p:nvSpPr>
          <p:spPr>
            <a:xfrm>
              <a:off x="2546339" y="4791922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unk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6BF6B5A-CA89-AB6B-4D59-CFE3E882A2C4}"/>
                </a:ext>
              </a:extLst>
            </p:cNvPr>
            <p:cNvSpPr txBox="1"/>
            <p:nvPr/>
          </p:nvSpPr>
          <p:spPr>
            <a:xfrm>
              <a:off x="565104" y="3779294"/>
              <a:ext cx="785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100ms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EB85209-E6B9-49C9-69CC-99D88E583185}"/>
                </a:ext>
              </a:extLst>
            </p:cNvPr>
            <p:cNvSpPr txBox="1"/>
            <p:nvPr/>
          </p:nvSpPr>
          <p:spPr>
            <a:xfrm>
              <a:off x="1283967" y="3779294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isolation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A284706-3B64-BC52-70E7-F32C68E9EFA2}"/>
                </a:ext>
              </a:extLst>
            </p:cNvPr>
            <p:cNvSpPr txBox="1"/>
            <p:nvPr/>
          </p:nvSpPr>
          <p:spPr>
            <a:xfrm>
              <a:off x="2550103" y="3779294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None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192" name="Группа 191">
            <a:extLst>
              <a:ext uri="{FF2B5EF4-FFF2-40B4-BE49-F238E27FC236}">
                <a16:creationId xmlns:a16="http://schemas.microsoft.com/office/drawing/2014/main" id="{168CFE59-6233-2A23-FFEA-28553CF3770E}"/>
              </a:ext>
            </a:extLst>
          </p:cNvPr>
          <p:cNvGrpSpPr/>
          <p:nvPr/>
        </p:nvGrpSpPr>
        <p:grpSpPr>
          <a:xfrm>
            <a:off x="8994621" y="176468"/>
            <a:ext cx="2968436" cy="1690459"/>
            <a:chOff x="4306382" y="3334899"/>
            <a:chExt cx="2968436" cy="1690459"/>
          </a:xfrm>
        </p:grpSpPr>
        <p:sp>
          <p:nvSpPr>
            <p:cNvPr id="112" name="Прямоугольник: скругленные углы 111">
              <a:extLst>
                <a:ext uri="{FF2B5EF4-FFF2-40B4-BE49-F238E27FC236}">
                  <a16:creationId xmlns:a16="http://schemas.microsoft.com/office/drawing/2014/main" id="{5F7F6D48-B3BB-1254-B5BA-70F5DCE70AFB}"/>
                </a:ext>
              </a:extLst>
            </p:cNvPr>
            <p:cNvSpPr/>
            <p:nvPr/>
          </p:nvSpPr>
          <p:spPr>
            <a:xfrm>
              <a:off x="4306382" y="3334899"/>
              <a:ext cx="2968436" cy="1690459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1B53A70-3BB4-C1A1-68CE-D6D2467FF533}"/>
                </a:ext>
              </a:extLst>
            </p:cNvPr>
            <p:cNvSpPr txBox="1"/>
            <p:nvPr/>
          </p:nvSpPr>
          <p:spPr>
            <a:xfrm>
              <a:off x="4402290" y="3423729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Converter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EACBCD6F-3CF3-5BF9-9D1E-364ED45A771F}"/>
                </a:ext>
              </a:extLst>
            </p:cNvPr>
            <p:cNvSpPr txBox="1"/>
            <p:nvPr/>
          </p:nvSpPr>
          <p:spPr>
            <a:xfrm>
              <a:off x="4402290" y="3779294"/>
              <a:ext cx="1773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Mode: Charge 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6874E1F-6B00-ABC9-05E7-7022A274C1DA}"/>
                </a:ext>
              </a:extLst>
            </p:cNvPr>
            <p:cNvSpPr txBox="1"/>
            <p:nvPr/>
          </p:nvSpPr>
          <p:spPr>
            <a:xfrm>
              <a:off x="4402290" y="4134859"/>
              <a:ext cx="1146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U1: 700V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AF65A1E6-BAD0-3186-BCDF-345C2E5CAE7A}"/>
                </a:ext>
              </a:extLst>
            </p:cNvPr>
            <p:cNvSpPr txBox="1"/>
            <p:nvPr/>
          </p:nvSpPr>
          <p:spPr>
            <a:xfrm>
              <a:off x="5964390" y="4134859"/>
              <a:ext cx="1146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U2: 600V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19A3ADE-A1D6-667D-C89D-ACF464FBCDC0}"/>
                </a:ext>
              </a:extLst>
            </p:cNvPr>
            <p:cNvSpPr txBox="1"/>
            <p:nvPr/>
          </p:nvSpPr>
          <p:spPr>
            <a:xfrm>
              <a:off x="5604128" y="4134859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&gt;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C17F22FB-EBE8-6D2C-00E5-0CB0130E1853}"/>
                </a:ext>
              </a:extLst>
            </p:cNvPr>
            <p:cNvSpPr txBox="1"/>
            <p:nvPr/>
          </p:nvSpPr>
          <p:spPr>
            <a:xfrm>
              <a:off x="4402290" y="4498812"/>
              <a:ext cx="1146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I1: 700A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D3AB7712-ABA8-F3AD-D09E-BB1F4B79F0EE}"/>
                </a:ext>
              </a:extLst>
            </p:cNvPr>
            <p:cNvSpPr txBox="1"/>
            <p:nvPr/>
          </p:nvSpPr>
          <p:spPr>
            <a:xfrm>
              <a:off x="5964390" y="4498812"/>
              <a:ext cx="1146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I2: 600A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AA726153-8F1D-26B3-BF0C-F1029E515A5B}"/>
                </a:ext>
              </a:extLst>
            </p:cNvPr>
            <p:cNvSpPr txBox="1"/>
            <p:nvPr/>
          </p:nvSpPr>
          <p:spPr>
            <a:xfrm>
              <a:off x="5539274" y="4498812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-&gt;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262" name="Группа 261">
            <a:extLst>
              <a:ext uri="{FF2B5EF4-FFF2-40B4-BE49-F238E27FC236}">
                <a16:creationId xmlns:a16="http://schemas.microsoft.com/office/drawing/2014/main" id="{5A62DA45-5AD8-3087-F337-8CE97F67E446}"/>
              </a:ext>
            </a:extLst>
          </p:cNvPr>
          <p:cNvGrpSpPr/>
          <p:nvPr/>
        </p:nvGrpSpPr>
        <p:grpSpPr>
          <a:xfrm>
            <a:off x="3395389" y="5401233"/>
            <a:ext cx="5392746" cy="1187198"/>
            <a:chOff x="3397788" y="3474089"/>
            <a:chExt cx="5392746" cy="1187198"/>
          </a:xfrm>
        </p:grpSpPr>
        <p:sp>
          <p:nvSpPr>
            <p:cNvPr id="195" name="Прямоугольник: скругленные углы 194">
              <a:extLst>
                <a:ext uri="{FF2B5EF4-FFF2-40B4-BE49-F238E27FC236}">
                  <a16:creationId xmlns:a16="http://schemas.microsoft.com/office/drawing/2014/main" id="{43D5836A-7F3B-BAF6-051F-D45D25965032}"/>
                </a:ext>
              </a:extLst>
            </p:cNvPr>
            <p:cNvSpPr/>
            <p:nvPr/>
          </p:nvSpPr>
          <p:spPr>
            <a:xfrm>
              <a:off x="3397788" y="3474089"/>
              <a:ext cx="5392746" cy="1187198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20068BE2-B759-CD16-77ED-5979BCC93421}"/>
                </a:ext>
              </a:extLst>
            </p:cNvPr>
            <p:cNvSpPr txBox="1"/>
            <p:nvPr/>
          </p:nvSpPr>
          <p:spPr>
            <a:xfrm>
              <a:off x="3526334" y="3546096"/>
              <a:ext cx="785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Cells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C1EEC3C-727F-A176-47AE-7976C1980F39}"/>
                </a:ext>
              </a:extLst>
            </p:cNvPr>
            <p:cNvSpPr txBox="1"/>
            <p:nvPr/>
          </p:nvSpPr>
          <p:spPr>
            <a:xfrm>
              <a:off x="3526334" y="3884650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Vmin</a:t>
              </a:r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: 20V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5073CB49-34F0-0DB2-65F2-3F831DB0A951}"/>
                </a:ext>
              </a:extLst>
            </p:cNvPr>
            <p:cNvSpPr txBox="1"/>
            <p:nvPr/>
          </p:nvSpPr>
          <p:spPr>
            <a:xfrm>
              <a:off x="4921573" y="3882564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Vmax: 25V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B368BA0-765A-913D-73D8-506DBC059F03}"/>
                </a:ext>
              </a:extLst>
            </p:cNvPr>
            <p:cNvSpPr txBox="1"/>
            <p:nvPr/>
          </p:nvSpPr>
          <p:spPr>
            <a:xfrm>
              <a:off x="6347567" y="3896857"/>
              <a:ext cx="1988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Disbalance: 24%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149BD8D-90D1-592F-B6F2-3C216B571FF8}"/>
                </a:ext>
              </a:extLst>
            </p:cNvPr>
            <p:cNvSpPr txBox="1"/>
            <p:nvPr/>
          </p:nvSpPr>
          <p:spPr>
            <a:xfrm>
              <a:off x="3505779" y="4235411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Tmin</a:t>
              </a:r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: 30C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3C9F7DA6-3A88-7743-7973-380286F8ED2E}"/>
                </a:ext>
              </a:extLst>
            </p:cNvPr>
            <p:cNvSpPr txBox="1"/>
            <p:nvPr/>
          </p:nvSpPr>
          <p:spPr>
            <a:xfrm>
              <a:off x="4951643" y="4250131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Tmax</a:t>
              </a:r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: 40C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221" name="Группа 220">
            <a:extLst>
              <a:ext uri="{FF2B5EF4-FFF2-40B4-BE49-F238E27FC236}">
                <a16:creationId xmlns:a16="http://schemas.microsoft.com/office/drawing/2014/main" id="{229F645E-BAA9-4950-E732-FD7BA192913F}"/>
              </a:ext>
            </a:extLst>
          </p:cNvPr>
          <p:cNvGrpSpPr/>
          <p:nvPr/>
        </p:nvGrpSpPr>
        <p:grpSpPr>
          <a:xfrm>
            <a:off x="8994621" y="4902243"/>
            <a:ext cx="2968436" cy="1690459"/>
            <a:chOff x="6890556" y="1135453"/>
            <a:chExt cx="2145868" cy="1690459"/>
          </a:xfrm>
        </p:grpSpPr>
        <p:sp>
          <p:nvSpPr>
            <p:cNvPr id="211" name="Прямоугольник: скругленные углы 210">
              <a:extLst>
                <a:ext uri="{FF2B5EF4-FFF2-40B4-BE49-F238E27FC236}">
                  <a16:creationId xmlns:a16="http://schemas.microsoft.com/office/drawing/2014/main" id="{D5C0949C-011E-8C47-B856-20ABCB256827}"/>
                </a:ext>
              </a:extLst>
            </p:cNvPr>
            <p:cNvSpPr/>
            <p:nvPr/>
          </p:nvSpPr>
          <p:spPr>
            <a:xfrm>
              <a:off x="6890556" y="1135453"/>
              <a:ext cx="2145868" cy="1690459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F4FBB32-DA43-AD70-841D-3D47E4DFB974}"/>
                </a:ext>
              </a:extLst>
            </p:cNvPr>
            <p:cNvSpPr txBox="1"/>
            <p:nvPr/>
          </p:nvSpPr>
          <p:spPr>
            <a:xfrm>
              <a:off x="6986464" y="1224283"/>
              <a:ext cx="102624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Colling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93D5BD3C-90B7-7CBC-E4F3-15E918A7E33E}"/>
                </a:ext>
              </a:extLst>
            </p:cNvPr>
            <p:cNvSpPr txBox="1"/>
            <p:nvPr/>
          </p:nvSpPr>
          <p:spPr>
            <a:xfrm>
              <a:off x="7010399" y="1578696"/>
              <a:ext cx="18678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Fan 1: 100 rpm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327E2D4-EC97-7305-5EAF-21A2C42E1318}"/>
                </a:ext>
              </a:extLst>
            </p:cNvPr>
            <p:cNvSpPr txBox="1"/>
            <p:nvPr/>
          </p:nvSpPr>
          <p:spPr>
            <a:xfrm>
              <a:off x="7009942" y="2046145"/>
              <a:ext cx="162736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Gate 1: Open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6083B95F-A0A9-12D1-FE4C-2A4FD972476C}"/>
                </a:ext>
              </a:extLst>
            </p:cNvPr>
            <p:cNvSpPr txBox="1"/>
            <p:nvPr/>
          </p:nvSpPr>
          <p:spPr>
            <a:xfrm>
              <a:off x="7009943" y="2315089"/>
              <a:ext cx="162736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Gate 2: Open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A8A63FAF-B16C-0FC7-7043-1EF8F17D70CC}"/>
                </a:ext>
              </a:extLst>
            </p:cNvPr>
            <p:cNvSpPr txBox="1"/>
            <p:nvPr/>
          </p:nvSpPr>
          <p:spPr>
            <a:xfrm>
              <a:off x="7009942" y="1807258"/>
              <a:ext cx="18678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Fan 2: 100 rpm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261" name="Группа 260">
            <a:extLst>
              <a:ext uri="{FF2B5EF4-FFF2-40B4-BE49-F238E27FC236}">
                <a16:creationId xmlns:a16="http://schemas.microsoft.com/office/drawing/2014/main" id="{4BE3A4F7-8269-4FF2-BCE4-A4BDDA95A6E5}"/>
              </a:ext>
            </a:extLst>
          </p:cNvPr>
          <p:cNvGrpSpPr/>
          <p:nvPr/>
        </p:nvGrpSpPr>
        <p:grpSpPr>
          <a:xfrm>
            <a:off x="224705" y="5994832"/>
            <a:ext cx="2968436" cy="588724"/>
            <a:chOff x="8994621" y="6031966"/>
            <a:chExt cx="2968436" cy="588724"/>
          </a:xfrm>
        </p:grpSpPr>
        <p:sp>
          <p:nvSpPr>
            <p:cNvPr id="223" name="Прямоугольник: скругленные углы 222">
              <a:extLst>
                <a:ext uri="{FF2B5EF4-FFF2-40B4-BE49-F238E27FC236}">
                  <a16:creationId xmlns:a16="http://schemas.microsoft.com/office/drawing/2014/main" id="{58E80DF6-9073-C3C7-6F78-AED7CD2032F7}"/>
                </a:ext>
              </a:extLst>
            </p:cNvPr>
            <p:cNvSpPr/>
            <p:nvPr/>
          </p:nvSpPr>
          <p:spPr>
            <a:xfrm>
              <a:off x="8994621" y="6031966"/>
              <a:ext cx="2968436" cy="588724"/>
            </a:xfrm>
            <a:prstGeom prst="roundRect">
              <a:avLst>
                <a:gd name="adj" fmla="val 29513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A9B08376-856D-5DC5-7755-B33B8F2F0916}"/>
                </a:ext>
              </a:extLst>
            </p:cNvPr>
            <p:cNvSpPr txBox="1"/>
            <p:nvPr/>
          </p:nvSpPr>
          <p:spPr>
            <a:xfrm>
              <a:off x="9086277" y="6132857"/>
              <a:ext cx="2281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7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/command line…</a:t>
              </a:r>
              <a:endParaRPr lang="ru-RU" sz="1600" dirty="0">
                <a:solidFill>
                  <a:schemeClr val="bg1">
                    <a:lumMod val="7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234" name="Группа 233">
            <a:extLst>
              <a:ext uri="{FF2B5EF4-FFF2-40B4-BE49-F238E27FC236}">
                <a16:creationId xmlns:a16="http://schemas.microsoft.com/office/drawing/2014/main" id="{6A62BC8E-0A68-3927-1F0A-7213514993D6}"/>
              </a:ext>
            </a:extLst>
          </p:cNvPr>
          <p:cNvGrpSpPr/>
          <p:nvPr/>
        </p:nvGrpSpPr>
        <p:grpSpPr>
          <a:xfrm>
            <a:off x="8994621" y="2032967"/>
            <a:ext cx="2968436" cy="1225562"/>
            <a:chOff x="4824550" y="848663"/>
            <a:chExt cx="2968436" cy="1225562"/>
          </a:xfrm>
        </p:grpSpPr>
        <p:sp>
          <p:nvSpPr>
            <p:cNvPr id="235" name="Прямоугольник: скругленные углы 234">
              <a:extLst>
                <a:ext uri="{FF2B5EF4-FFF2-40B4-BE49-F238E27FC236}">
                  <a16:creationId xmlns:a16="http://schemas.microsoft.com/office/drawing/2014/main" id="{1CAE0F2E-FABA-75E1-2463-8D258855F0E2}"/>
                </a:ext>
              </a:extLst>
            </p:cNvPr>
            <p:cNvSpPr/>
            <p:nvPr/>
          </p:nvSpPr>
          <p:spPr>
            <a:xfrm>
              <a:off x="4824550" y="848663"/>
              <a:ext cx="2968436" cy="1225562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E22A3011-DC72-D6B8-5DF9-56F820F2BFEC}"/>
                </a:ext>
              </a:extLst>
            </p:cNvPr>
            <p:cNvSpPr txBox="1"/>
            <p:nvPr/>
          </p:nvSpPr>
          <p:spPr>
            <a:xfrm>
              <a:off x="4920458" y="937492"/>
              <a:ext cx="138691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Contactors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8B60AF02-1EC8-A58F-ADF7-272673B873EE}"/>
                </a:ext>
              </a:extLst>
            </p:cNvPr>
            <p:cNvSpPr txBox="1"/>
            <p:nvPr/>
          </p:nvSpPr>
          <p:spPr>
            <a:xfrm>
              <a:off x="4920458" y="1278882"/>
              <a:ext cx="24689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Contactor 1: Closed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DBC1DA25-8B6E-CC30-3235-2224CB89E98D}"/>
                </a:ext>
              </a:extLst>
            </p:cNvPr>
            <p:cNvSpPr txBox="1"/>
            <p:nvPr/>
          </p:nvSpPr>
          <p:spPr>
            <a:xfrm>
              <a:off x="4920458" y="1617436"/>
              <a:ext cx="24689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Contactor 2: Closed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239" name="Группа 238">
            <a:extLst>
              <a:ext uri="{FF2B5EF4-FFF2-40B4-BE49-F238E27FC236}">
                <a16:creationId xmlns:a16="http://schemas.microsoft.com/office/drawing/2014/main" id="{1C89B8E1-EE37-2147-784C-2F2F97668B87}"/>
              </a:ext>
            </a:extLst>
          </p:cNvPr>
          <p:cNvGrpSpPr/>
          <p:nvPr/>
        </p:nvGrpSpPr>
        <p:grpSpPr>
          <a:xfrm>
            <a:off x="228943" y="4031251"/>
            <a:ext cx="2968436" cy="1690459"/>
            <a:chOff x="476052" y="3334900"/>
            <a:chExt cx="1685266" cy="1690459"/>
          </a:xfrm>
        </p:grpSpPr>
        <p:sp>
          <p:nvSpPr>
            <p:cNvPr id="240" name="Прямоугольник: скругленные углы 239">
              <a:extLst>
                <a:ext uri="{FF2B5EF4-FFF2-40B4-BE49-F238E27FC236}">
                  <a16:creationId xmlns:a16="http://schemas.microsoft.com/office/drawing/2014/main" id="{06178126-2360-F8A7-796D-7A5F77FA9114}"/>
                </a:ext>
              </a:extLst>
            </p:cNvPr>
            <p:cNvSpPr/>
            <p:nvPr/>
          </p:nvSpPr>
          <p:spPr>
            <a:xfrm>
              <a:off x="476052" y="3334900"/>
              <a:ext cx="1685266" cy="1690459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C944384-5076-4583-109E-CB9A58AE02C2}"/>
                </a:ext>
              </a:extLst>
            </p:cNvPr>
            <p:cNvSpPr txBox="1"/>
            <p:nvPr/>
          </p:nvSpPr>
          <p:spPr>
            <a:xfrm>
              <a:off x="541640" y="3457817"/>
              <a:ext cx="11273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Active issues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41910B05-5EE9-F1EE-55EA-5B09D36702FD}"/>
                </a:ext>
              </a:extLst>
            </p:cNvPr>
            <p:cNvSpPr txBox="1"/>
            <p:nvPr/>
          </p:nvSpPr>
          <p:spPr>
            <a:xfrm>
              <a:off x="541640" y="3889974"/>
              <a:ext cx="140169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Cell 1 undervoltage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4DB82A25-EF6D-8B52-2D92-3B6CC6A981A3}"/>
                </a:ext>
              </a:extLst>
            </p:cNvPr>
            <p:cNvSpPr txBox="1"/>
            <p:nvPr/>
          </p:nvSpPr>
          <p:spPr>
            <a:xfrm>
              <a:off x="541640" y="4228528"/>
              <a:ext cx="126518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Cell 3 overheated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96746839-028C-E549-254C-7431A211223A}"/>
                </a:ext>
              </a:extLst>
            </p:cNvPr>
            <p:cNvSpPr txBox="1"/>
            <p:nvPr/>
          </p:nvSpPr>
          <p:spPr>
            <a:xfrm>
              <a:off x="541640" y="4567082"/>
              <a:ext cx="11286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Converter error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256" name="Группа 255">
            <a:extLst>
              <a:ext uri="{FF2B5EF4-FFF2-40B4-BE49-F238E27FC236}">
                <a16:creationId xmlns:a16="http://schemas.microsoft.com/office/drawing/2014/main" id="{1C899F73-6D7B-018A-3AF9-74B594917270}"/>
              </a:ext>
            </a:extLst>
          </p:cNvPr>
          <p:cNvGrpSpPr/>
          <p:nvPr/>
        </p:nvGrpSpPr>
        <p:grpSpPr>
          <a:xfrm>
            <a:off x="8994621" y="3452345"/>
            <a:ext cx="2968436" cy="1225562"/>
            <a:chOff x="4824550" y="848663"/>
            <a:chExt cx="2968436" cy="1225562"/>
          </a:xfrm>
        </p:grpSpPr>
        <p:sp>
          <p:nvSpPr>
            <p:cNvPr id="257" name="Прямоугольник: скругленные углы 256">
              <a:extLst>
                <a:ext uri="{FF2B5EF4-FFF2-40B4-BE49-F238E27FC236}">
                  <a16:creationId xmlns:a16="http://schemas.microsoft.com/office/drawing/2014/main" id="{9D20AB01-6939-BA93-BE90-795CE98E264B}"/>
                </a:ext>
              </a:extLst>
            </p:cNvPr>
            <p:cNvSpPr/>
            <p:nvPr/>
          </p:nvSpPr>
          <p:spPr>
            <a:xfrm>
              <a:off x="4824550" y="848663"/>
              <a:ext cx="2968436" cy="1225562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7672330D-298F-368E-1DA1-51F5F58FA00F}"/>
                </a:ext>
              </a:extLst>
            </p:cNvPr>
            <p:cNvSpPr txBox="1"/>
            <p:nvPr/>
          </p:nvSpPr>
          <p:spPr>
            <a:xfrm>
              <a:off x="4920458" y="937492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Isolation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A2BC51F3-1349-51C2-8D2C-4588BF828CCE}"/>
                </a:ext>
              </a:extLst>
            </p:cNvPr>
            <p:cNvSpPr txBox="1"/>
            <p:nvPr/>
          </p:nvSpPr>
          <p:spPr>
            <a:xfrm>
              <a:off x="4920458" y="1278882"/>
              <a:ext cx="24689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Resistance+: 500MOm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AEA994AF-73B7-4FC4-8548-28A1C531BC9F}"/>
                </a:ext>
              </a:extLst>
            </p:cNvPr>
            <p:cNvSpPr txBox="1"/>
            <p:nvPr/>
          </p:nvSpPr>
          <p:spPr>
            <a:xfrm>
              <a:off x="4920458" y="1617436"/>
              <a:ext cx="24689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Resistance-: 500MOm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497574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118</Words>
  <Application>Microsoft Office PowerPoint</Application>
  <PresentationFormat>Широкоэкранный</PresentationFormat>
  <Paragraphs>57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Cascadia Mono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Tamashny Sag</dc:creator>
  <cp:lastModifiedBy>Tamashny Sag</cp:lastModifiedBy>
  <cp:revision>5</cp:revision>
  <dcterms:created xsi:type="dcterms:W3CDTF">2026-09-13T12:36:30Z</dcterms:created>
  <dcterms:modified xsi:type="dcterms:W3CDTF">2026-09-13T15:48:56Z</dcterms:modified>
</cp:coreProperties>
</file>