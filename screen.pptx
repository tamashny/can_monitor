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15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Стиль из темы 1 - акцент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695" autoAdjust="0"/>
    <p:restoredTop sz="94660"/>
  </p:normalViewPr>
  <p:slideViewPr>
    <p:cSldViewPr snapToGrid="0">
      <p:cViewPr>
        <p:scale>
          <a:sx n="33" d="100"/>
          <a:sy n="33" d="100"/>
        </p:scale>
        <p:origin x="376" y="9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AD10E3-92B0-4667-5996-F5CF2F471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83226C9-3923-D467-C823-D52FD6208D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19BBA7-40A9-5F27-3EF2-30E2F7BA3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E2E2B-653B-4E97-8FB5-068137AA788A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342BDE-6D6C-5773-51C5-EF46B64AB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CBB897-5B94-D28B-D3BC-23CDA20FE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28F1-A16F-4A08-85AF-988AFC461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0600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D2DA8B-8CA6-1EFC-0819-5290FD3F0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A1277B-CB01-9949-BA1A-71EACEA42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195DF8-4634-CC56-C0F2-F59C7DCAB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E2E2B-653B-4E97-8FB5-068137AA788A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90D407-042B-BD84-C4EF-6F1876613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E1A8C7-779E-B6EF-960A-7FEAF30E9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28F1-A16F-4A08-85AF-988AFC461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751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4144D1-A763-B5AF-9D72-FA9FF811C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0F8927-C4FD-0BE7-BC5C-6269F4FE5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B159AA-3CF7-FA47-8AD3-8DC1D46EB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E2E2B-653B-4E97-8FB5-068137AA788A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EFC549-4DAD-B3B4-B168-D91539072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1A2E14-985D-7A01-50AF-2B328F0DE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28F1-A16F-4A08-85AF-988AFC461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2772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3E6C23-A8C7-78A5-336E-421A5B6CF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C285B2-628A-4A5A-A95E-71680672FE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7AD62D4-DCAB-084A-A344-244D3DB9F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33035FD-4297-5A7A-410D-85D8C5DA5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E2E2B-653B-4E97-8FB5-068137AA788A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7F2D099-8E82-2B43-38F6-CEC323DD7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C2945D9-10EC-2B4D-4D88-ED320B514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28F1-A16F-4A08-85AF-988AFC461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0490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03426-052A-ED97-C69A-6A3226A48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AFD976-8731-0CED-B8E7-7E528EFA1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8870070-1454-E146-90C9-289349CC2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036DA88-4FCD-1D43-5FE6-C18D2C1F77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BFC8BEF-5367-22A6-4A0B-904A30E4AC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E4ADD07-8BEE-6BEC-FA83-03BB293E7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E2E2B-653B-4E97-8FB5-068137AA788A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2B49F90-BACC-68C6-1FE1-D497D84FE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A8E4261-A149-BF3A-33E6-5A98CED06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28F1-A16F-4A08-85AF-988AFC461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965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7716A8-89EB-7AE4-6D25-8FB408D06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237A547-E5E7-DA3B-1C55-8DF43D293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E2E2B-653B-4E97-8FB5-068137AA788A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7464B89-A5C9-9886-4868-C9D9A9A6E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6D22FEB-3D05-044D-5D53-2E0876262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28F1-A16F-4A08-85AF-988AFC461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8616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767A74F-47F1-E11F-9DF2-AFCD7E922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E2E2B-653B-4E97-8FB5-068137AA788A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027272B-5540-CC77-C512-8574C3EE8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154E70A-3881-E4B3-1666-2F9D36337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28F1-A16F-4A08-85AF-988AFC461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4043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765CB-B5E3-33DC-4A4B-014E69733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081E01-74EE-AE06-2F7D-843D8775E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C1C827-3FA1-8B15-9556-6CDE719616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4DEF050-99C1-4795-7B76-F763937F5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E2E2B-653B-4E97-8FB5-068137AA788A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CC9EDE7-B8A2-83F6-E9D3-A37A44D43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8BB55A3-0557-C8CD-455D-094D4A4D5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28F1-A16F-4A08-85AF-988AFC461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819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8C2A92-2D0F-BC54-18BE-04214653F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180988F-A620-5768-5278-EA73A822F8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E718DD8-FBBA-2F73-43CC-1277B23EF5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EB0B73C-DFDE-01DE-91F8-BA0F6472C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E2E2B-653B-4E97-8FB5-068137AA788A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D0B33C6-554A-35A8-F472-6B3BA5DFF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922138E-8215-E5D5-CA7A-E45A1A56E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28F1-A16F-4A08-85AF-988AFC461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6004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1174A1-7603-A9E7-1E4F-95617B0E3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E768BB1-FA7C-FC9E-906C-0A55A1AD7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8013DE-1C9F-6136-0F10-FF75694BC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E2E2B-653B-4E97-8FB5-068137AA788A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6C0A00-D879-9A32-9C75-483F1C265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97CF6C-4D2A-BD5E-9E6A-07AE1BE37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28F1-A16F-4A08-85AF-988AFC461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6875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F0C7C1E-EF4D-6508-A88E-517F5AC768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92C095E-DE81-B539-40C0-6ED20A267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3B1380-607E-A925-22E9-FA2B2BABF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E2E2B-653B-4E97-8FB5-068137AA788A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6B0749-4CA6-DD93-6314-8DCD59027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1BA12B-59B8-F08D-10AF-B077B0075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F28F1-A16F-4A08-85AF-988AFC461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2706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8F8000-99E9-590E-9C13-1D86A9C8D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5CED84-0F53-2FAD-2E7A-03FB9D07D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64B940-3761-AB6F-B805-A5F8059FA1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AE2E2B-653B-4E97-8FB5-068137AA788A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D20E2C-80CF-107F-9525-35E8DBA604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0A73F1-0872-AD67-070D-9C11682193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F28F1-A16F-4A08-85AF-988AFC461B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6017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7C71332-5DDB-DAB6-CDEF-4D416E3B1F78}"/>
              </a:ext>
            </a:extLst>
          </p:cNvPr>
          <p:cNvSpPr txBox="1"/>
          <p:nvPr/>
        </p:nvSpPr>
        <p:spPr>
          <a:xfrm>
            <a:off x="586957" y="426813"/>
            <a:ext cx="19880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CAN-BUS 2 250KB</a:t>
            </a:r>
            <a:endParaRPr lang="ru-RU" sz="1600" dirty="0">
              <a:solidFill>
                <a:schemeClr val="bg1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BB4C075-47B6-F131-5C8E-5533F793ED39}"/>
              </a:ext>
            </a:extLst>
          </p:cNvPr>
          <p:cNvSpPr txBox="1"/>
          <p:nvPr/>
        </p:nvSpPr>
        <p:spPr>
          <a:xfrm>
            <a:off x="586957" y="765367"/>
            <a:ext cx="22942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EC None errors</a:t>
            </a:r>
            <a:endParaRPr lang="ru-RU" sz="2000" dirty="0">
              <a:solidFill>
                <a:schemeClr val="bg1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1" name="Овал 60">
            <a:extLst>
              <a:ext uri="{FF2B5EF4-FFF2-40B4-BE49-F238E27FC236}">
                <a16:creationId xmlns:a16="http://schemas.microsoft.com/office/drawing/2014/main" id="{7321FD0E-64C0-0DC6-B507-668D62CBE0DC}"/>
              </a:ext>
            </a:extLst>
          </p:cNvPr>
          <p:cNvSpPr/>
          <p:nvPr/>
        </p:nvSpPr>
        <p:spPr>
          <a:xfrm>
            <a:off x="311814" y="865061"/>
            <a:ext cx="180000" cy="1800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6" name="Группа 75">
            <a:extLst>
              <a:ext uri="{FF2B5EF4-FFF2-40B4-BE49-F238E27FC236}">
                <a16:creationId xmlns:a16="http://schemas.microsoft.com/office/drawing/2014/main" id="{BDB3486C-2358-B962-983D-7BF9C6B6BA4C}"/>
              </a:ext>
            </a:extLst>
          </p:cNvPr>
          <p:cNvGrpSpPr/>
          <p:nvPr/>
        </p:nvGrpSpPr>
        <p:grpSpPr>
          <a:xfrm>
            <a:off x="593206" y="1193150"/>
            <a:ext cx="2220031" cy="677108"/>
            <a:chOff x="1613042" y="4339696"/>
            <a:chExt cx="2220031" cy="677108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ABDF7A0-506A-EFA3-2201-1E6D2490AC75}"/>
                </a:ext>
              </a:extLst>
            </p:cNvPr>
            <p:cNvSpPr txBox="1"/>
            <p:nvPr/>
          </p:nvSpPr>
          <p:spPr>
            <a:xfrm>
              <a:off x="1613042" y="4339696"/>
              <a:ext cx="5453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SoC</a:t>
              </a:r>
              <a:endParaRPr lang="ru-RU" sz="1600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  <p:grpSp>
          <p:nvGrpSpPr>
            <p:cNvPr id="46" name="Группа 45">
              <a:extLst>
                <a:ext uri="{FF2B5EF4-FFF2-40B4-BE49-F238E27FC236}">
                  <a16:creationId xmlns:a16="http://schemas.microsoft.com/office/drawing/2014/main" id="{A8A6A804-0E06-162A-D63D-A834ED826E43}"/>
                </a:ext>
              </a:extLst>
            </p:cNvPr>
            <p:cNvGrpSpPr/>
            <p:nvPr/>
          </p:nvGrpSpPr>
          <p:grpSpPr>
            <a:xfrm>
              <a:off x="2167931" y="4762648"/>
              <a:ext cx="1119800" cy="180000"/>
              <a:chOff x="7544886" y="2447301"/>
              <a:chExt cx="1119800" cy="180000"/>
            </a:xfrm>
          </p:grpSpPr>
          <p:sp>
            <p:nvSpPr>
              <p:cNvPr id="47" name="Прямоугольник 46">
                <a:extLst>
                  <a:ext uri="{FF2B5EF4-FFF2-40B4-BE49-F238E27FC236}">
                    <a16:creationId xmlns:a16="http://schemas.microsoft.com/office/drawing/2014/main" id="{E16DDE96-4258-1DBD-6938-383C71E572DD}"/>
                  </a:ext>
                </a:extLst>
              </p:cNvPr>
              <p:cNvSpPr/>
              <p:nvPr/>
            </p:nvSpPr>
            <p:spPr>
              <a:xfrm>
                <a:off x="7544886" y="2447301"/>
                <a:ext cx="180000" cy="180000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8" name="Прямоугольник 47">
                <a:extLst>
                  <a:ext uri="{FF2B5EF4-FFF2-40B4-BE49-F238E27FC236}">
                    <a16:creationId xmlns:a16="http://schemas.microsoft.com/office/drawing/2014/main" id="{E7357A66-0DD2-B485-DD4C-B57F08AB3529}"/>
                  </a:ext>
                </a:extLst>
              </p:cNvPr>
              <p:cNvSpPr/>
              <p:nvPr/>
            </p:nvSpPr>
            <p:spPr>
              <a:xfrm>
                <a:off x="7779836" y="2447301"/>
                <a:ext cx="180000" cy="1800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49" name="Прямоугольник 48">
                <a:extLst>
                  <a:ext uri="{FF2B5EF4-FFF2-40B4-BE49-F238E27FC236}">
                    <a16:creationId xmlns:a16="http://schemas.microsoft.com/office/drawing/2014/main" id="{FDE8C391-ECCD-4A57-AFA9-68C248A65FC8}"/>
                  </a:ext>
                </a:extLst>
              </p:cNvPr>
              <p:cNvSpPr/>
              <p:nvPr/>
            </p:nvSpPr>
            <p:spPr>
              <a:xfrm>
                <a:off x="8014786" y="2447301"/>
                <a:ext cx="180000" cy="1800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0" name="Прямоугольник 49">
                <a:extLst>
                  <a:ext uri="{FF2B5EF4-FFF2-40B4-BE49-F238E27FC236}">
                    <a16:creationId xmlns:a16="http://schemas.microsoft.com/office/drawing/2014/main" id="{96950B44-D1B6-FCCD-B996-C97FDF973F4E}"/>
                  </a:ext>
                </a:extLst>
              </p:cNvPr>
              <p:cNvSpPr/>
              <p:nvPr/>
            </p:nvSpPr>
            <p:spPr>
              <a:xfrm>
                <a:off x="8249736" y="2447301"/>
                <a:ext cx="180000" cy="1800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51" name="Прямоугольник 50">
                <a:extLst>
                  <a:ext uri="{FF2B5EF4-FFF2-40B4-BE49-F238E27FC236}">
                    <a16:creationId xmlns:a16="http://schemas.microsoft.com/office/drawing/2014/main" id="{A962CA03-8E0B-E353-ADA1-4CB531560EA1}"/>
                  </a:ext>
                </a:extLst>
              </p:cNvPr>
              <p:cNvSpPr/>
              <p:nvPr/>
            </p:nvSpPr>
            <p:spPr>
              <a:xfrm>
                <a:off x="8484686" y="2447301"/>
                <a:ext cx="180000" cy="1800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B820D7E-EDCD-8840-3A0A-70ECD12BFD8C}"/>
                </a:ext>
              </a:extLst>
            </p:cNvPr>
            <p:cNvSpPr txBox="1"/>
            <p:nvPr/>
          </p:nvSpPr>
          <p:spPr>
            <a:xfrm>
              <a:off x="1613042" y="4678250"/>
              <a:ext cx="5453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SoH</a:t>
              </a:r>
              <a:endParaRPr lang="ru-RU" sz="1600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22F3421-3370-B356-73F8-36FFA70C5FAC}"/>
                </a:ext>
              </a:extLst>
            </p:cNvPr>
            <p:cNvSpPr txBox="1"/>
            <p:nvPr/>
          </p:nvSpPr>
          <p:spPr>
            <a:xfrm>
              <a:off x="3287731" y="4339696"/>
              <a:ext cx="5453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58%</a:t>
              </a:r>
              <a:endParaRPr lang="ru-RU" sz="1600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74FD41A-1EDC-0744-647B-B8E18D48066F}"/>
                </a:ext>
              </a:extLst>
            </p:cNvPr>
            <p:cNvSpPr txBox="1"/>
            <p:nvPr/>
          </p:nvSpPr>
          <p:spPr>
            <a:xfrm>
              <a:off x="3287731" y="4678250"/>
              <a:ext cx="5453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96%</a:t>
              </a:r>
              <a:endParaRPr lang="ru-RU" sz="1600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  <p:grpSp>
          <p:nvGrpSpPr>
            <p:cNvPr id="75" name="Группа 74">
              <a:extLst>
                <a:ext uri="{FF2B5EF4-FFF2-40B4-BE49-F238E27FC236}">
                  <a16:creationId xmlns:a16="http://schemas.microsoft.com/office/drawing/2014/main" id="{8826B01A-A98F-8C05-A7DC-9B63F4B5ACD3}"/>
                </a:ext>
              </a:extLst>
            </p:cNvPr>
            <p:cNvGrpSpPr/>
            <p:nvPr/>
          </p:nvGrpSpPr>
          <p:grpSpPr>
            <a:xfrm>
              <a:off x="2167931" y="4424094"/>
              <a:ext cx="1119800" cy="180000"/>
              <a:chOff x="2167931" y="4424094"/>
              <a:chExt cx="1119800" cy="180000"/>
            </a:xfrm>
          </p:grpSpPr>
          <p:sp>
            <p:nvSpPr>
              <p:cNvPr id="40" name="Прямоугольник 39">
                <a:extLst>
                  <a:ext uri="{FF2B5EF4-FFF2-40B4-BE49-F238E27FC236}">
                    <a16:creationId xmlns:a16="http://schemas.microsoft.com/office/drawing/2014/main" id="{C3B8C747-2258-F4DB-D8A4-A822CB394FDC}"/>
                  </a:ext>
                </a:extLst>
              </p:cNvPr>
              <p:cNvSpPr/>
              <p:nvPr/>
            </p:nvSpPr>
            <p:spPr>
              <a:xfrm>
                <a:off x="2167931" y="4424094"/>
                <a:ext cx="180000" cy="1800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1" name="Прямоугольник 40">
                <a:extLst>
                  <a:ext uri="{FF2B5EF4-FFF2-40B4-BE49-F238E27FC236}">
                    <a16:creationId xmlns:a16="http://schemas.microsoft.com/office/drawing/2014/main" id="{C9340A31-441B-7242-BE87-CED7ACFE03CA}"/>
                  </a:ext>
                </a:extLst>
              </p:cNvPr>
              <p:cNvSpPr/>
              <p:nvPr/>
            </p:nvSpPr>
            <p:spPr>
              <a:xfrm>
                <a:off x="2402881" y="4424094"/>
                <a:ext cx="180000" cy="18000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2" name="Прямоугольник 41">
                <a:extLst>
                  <a:ext uri="{FF2B5EF4-FFF2-40B4-BE49-F238E27FC236}">
                    <a16:creationId xmlns:a16="http://schemas.microsoft.com/office/drawing/2014/main" id="{31C8A166-3F01-0993-3C82-EE649EEE8962}"/>
                  </a:ext>
                </a:extLst>
              </p:cNvPr>
              <p:cNvSpPr/>
              <p:nvPr/>
            </p:nvSpPr>
            <p:spPr>
              <a:xfrm>
                <a:off x="2637831" y="4424094"/>
                <a:ext cx="180000" cy="1800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3" name="Прямоугольник 62">
                <a:extLst>
                  <a:ext uri="{FF2B5EF4-FFF2-40B4-BE49-F238E27FC236}">
                    <a16:creationId xmlns:a16="http://schemas.microsoft.com/office/drawing/2014/main" id="{36A51CB3-1A76-2AB7-C5A6-994C40EB3D45}"/>
                  </a:ext>
                </a:extLst>
              </p:cNvPr>
              <p:cNvSpPr/>
              <p:nvPr/>
            </p:nvSpPr>
            <p:spPr>
              <a:xfrm>
                <a:off x="2872781" y="4424094"/>
                <a:ext cx="180000" cy="180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5" name="Прямоугольник 64">
                <a:extLst>
                  <a:ext uri="{FF2B5EF4-FFF2-40B4-BE49-F238E27FC236}">
                    <a16:creationId xmlns:a16="http://schemas.microsoft.com/office/drawing/2014/main" id="{C5CD7141-437F-F372-5C50-28C7094FCF3E}"/>
                  </a:ext>
                </a:extLst>
              </p:cNvPr>
              <p:cNvSpPr/>
              <p:nvPr/>
            </p:nvSpPr>
            <p:spPr>
              <a:xfrm>
                <a:off x="3107731" y="4424094"/>
                <a:ext cx="180000" cy="180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grpSp>
        <p:nvGrpSpPr>
          <p:cNvPr id="80" name="Группа 79">
            <a:extLst>
              <a:ext uri="{FF2B5EF4-FFF2-40B4-BE49-F238E27FC236}">
                <a16:creationId xmlns:a16="http://schemas.microsoft.com/office/drawing/2014/main" id="{C5A13B13-4428-66F5-FD47-5F9021443335}"/>
              </a:ext>
            </a:extLst>
          </p:cNvPr>
          <p:cNvGrpSpPr/>
          <p:nvPr/>
        </p:nvGrpSpPr>
        <p:grpSpPr>
          <a:xfrm>
            <a:off x="3113531" y="844884"/>
            <a:ext cx="2170921" cy="1015662"/>
            <a:chOff x="1787320" y="5101202"/>
            <a:chExt cx="2170921" cy="1015662"/>
          </a:xfrm>
        </p:grpSpPr>
        <p:grpSp>
          <p:nvGrpSpPr>
            <p:cNvPr id="78" name="Группа 77">
              <a:extLst>
                <a:ext uri="{FF2B5EF4-FFF2-40B4-BE49-F238E27FC236}">
                  <a16:creationId xmlns:a16="http://schemas.microsoft.com/office/drawing/2014/main" id="{0E68881B-51CD-5CBF-7BC7-B0F399A15A52}"/>
                </a:ext>
              </a:extLst>
            </p:cNvPr>
            <p:cNvGrpSpPr/>
            <p:nvPr/>
          </p:nvGrpSpPr>
          <p:grpSpPr>
            <a:xfrm>
              <a:off x="2172874" y="5185600"/>
              <a:ext cx="1120613" cy="180000"/>
              <a:chOff x="2172874" y="5185600"/>
              <a:chExt cx="1120613" cy="180000"/>
            </a:xfrm>
          </p:grpSpPr>
          <p:sp>
            <p:nvSpPr>
              <p:cNvPr id="67" name="Прямоугольник 66">
                <a:extLst>
                  <a:ext uri="{FF2B5EF4-FFF2-40B4-BE49-F238E27FC236}">
                    <a16:creationId xmlns:a16="http://schemas.microsoft.com/office/drawing/2014/main" id="{6B4A779A-4BE9-9424-5A85-CAB449732845}"/>
                  </a:ext>
                </a:extLst>
              </p:cNvPr>
              <p:cNvSpPr/>
              <p:nvPr/>
            </p:nvSpPr>
            <p:spPr>
              <a:xfrm>
                <a:off x="2878537" y="5185600"/>
                <a:ext cx="180000" cy="180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9" name="Прямоугольник 68">
                <a:extLst>
                  <a:ext uri="{FF2B5EF4-FFF2-40B4-BE49-F238E27FC236}">
                    <a16:creationId xmlns:a16="http://schemas.microsoft.com/office/drawing/2014/main" id="{CC77A440-B87B-1FE9-9384-EA4E0F78DD12}"/>
                  </a:ext>
                </a:extLst>
              </p:cNvPr>
              <p:cNvSpPr/>
              <p:nvPr/>
            </p:nvSpPr>
            <p:spPr>
              <a:xfrm>
                <a:off x="3113487" y="5185600"/>
                <a:ext cx="180000" cy="180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FAF166FE-B821-EB52-6428-D8C3B0B724D6}"/>
                  </a:ext>
                </a:extLst>
              </p:cNvPr>
              <p:cNvSpPr/>
              <p:nvPr/>
            </p:nvSpPr>
            <p:spPr>
              <a:xfrm>
                <a:off x="2172874" y="5185600"/>
                <a:ext cx="180000" cy="1800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" name="Прямоугольник 7">
                <a:extLst>
                  <a:ext uri="{FF2B5EF4-FFF2-40B4-BE49-F238E27FC236}">
                    <a16:creationId xmlns:a16="http://schemas.microsoft.com/office/drawing/2014/main" id="{840F1838-9A10-0217-5C0E-669A45A60932}"/>
                  </a:ext>
                </a:extLst>
              </p:cNvPr>
              <p:cNvSpPr/>
              <p:nvPr/>
            </p:nvSpPr>
            <p:spPr>
              <a:xfrm>
                <a:off x="2407824" y="5185600"/>
                <a:ext cx="180000" cy="18000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" name="Прямоугольник 9">
                <a:extLst>
                  <a:ext uri="{FF2B5EF4-FFF2-40B4-BE49-F238E27FC236}">
                    <a16:creationId xmlns:a16="http://schemas.microsoft.com/office/drawing/2014/main" id="{855152FC-688E-3E4F-C315-DE840F0F2C15}"/>
                  </a:ext>
                </a:extLst>
              </p:cNvPr>
              <p:cNvSpPr/>
              <p:nvPr/>
            </p:nvSpPr>
            <p:spPr>
              <a:xfrm>
                <a:off x="2642774" y="5185600"/>
                <a:ext cx="180000" cy="1800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134B475-4BB5-F6A6-6CE6-2059C764218C}"/>
                </a:ext>
              </a:extLst>
            </p:cNvPr>
            <p:cNvSpPr txBox="1"/>
            <p:nvPr/>
          </p:nvSpPr>
          <p:spPr>
            <a:xfrm>
              <a:off x="1787320" y="5101202"/>
              <a:ext cx="3048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U</a:t>
              </a:r>
              <a:endParaRPr lang="ru-RU" sz="1600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  <p:grpSp>
          <p:nvGrpSpPr>
            <p:cNvPr id="79" name="Группа 78">
              <a:extLst>
                <a:ext uri="{FF2B5EF4-FFF2-40B4-BE49-F238E27FC236}">
                  <a16:creationId xmlns:a16="http://schemas.microsoft.com/office/drawing/2014/main" id="{BA05810A-7EF4-745F-6F35-037E14489F34}"/>
                </a:ext>
              </a:extLst>
            </p:cNvPr>
            <p:cNvGrpSpPr/>
            <p:nvPr/>
          </p:nvGrpSpPr>
          <p:grpSpPr>
            <a:xfrm>
              <a:off x="2172874" y="5518552"/>
              <a:ext cx="1114857" cy="185602"/>
              <a:chOff x="2172874" y="5518552"/>
              <a:chExt cx="1114857" cy="185602"/>
            </a:xfrm>
          </p:grpSpPr>
          <p:sp>
            <p:nvSpPr>
              <p:cNvPr id="71" name="Прямоугольник 70">
                <a:extLst>
                  <a:ext uri="{FF2B5EF4-FFF2-40B4-BE49-F238E27FC236}">
                    <a16:creationId xmlns:a16="http://schemas.microsoft.com/office/drawing/2014/main" id="{EA8C19DA-C4B3-6A4B-DB7F-1014C5AFA329}"/>
                  </a:ext>
                </a:extLst>
              </p:cNvPr>
              <p:cNvSpPr/>
              <p:nvPr/>
            </p:nvSpPr>
            <p:spPr>
              <a:xfrm>
                <a:off x="2872781" y="5518552"/>
                <a:ext cx="180000" cy="180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3" name="Прямоугольник 72">
                <a:extLst>
                  <a:ext uri="{FF2B5EF4-FFF2-40B4-BE49-F238E27FC236}">
                    <a16:creationId xmlns:a16="http://schemas.microsoft.com/office/drawing/2014/main" id="{73470574-5F81-C053-9415-D287EB94E6D8}"/>
                  </a:ext>
                </a:extLst>
              </p:cNvPr>
              <p:cNvSpPr/>
              <p:nvPr/>
            </p:nvSpPr>
            <p:spPr>
              <a:xfrm>
                <a:off x="3107731" y="5518552"/>
                <a:ext cx="180000" cy="180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DAA3210D-BE48-D3C1-6747-20B16921AA28}"/>
                  </a:ext>
                </a:extLst>
              </p:cNvPr>
              <p:cNvSpPr/>
              <p:nvPr/>
            </p:nvSpPr>
            <p:spPr>
              <a:xfrm>
                <a:off x="2172874" y="5524154"/>
                <a:ext cx="180000" cy="180000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A2844C6C-3466-D204-46C1-5FB69FD87379}"/>
                  </a:ext>
                </a:extLst>
              </p:cNvPr>
              <p:cNvSpPr/>
              <p:nvPr/>
            </p:nvSpPr>
            <p:spPr>
              <a:xfrm>
                <a:off x="2407824" y="5524154"/>
                <a:ext cx="180000" cy="18000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AE8441D6-6F6D-204F-33B5-ECB35CCEFFCE}"/>
                  </a:ext>
                </a:extLst>
              </p:cNvPr>
              <p:cNvSpPr/>
              <p:nvPr/>
            </p:nvSpPr>
            <p:spPr>
              <a:xfrm>
                <a:off x="2642774" y="5524154"/>
                <a:ext cx="180000" cy="1800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6611525-B209-DCC6-5D20-C4CD59754C0E}"/>
                </a:ext>
              </a:extLst>
            </p:cNvPr>
            <p:cNvSpPr txBox="1"/>
            <p:nvPr/>
          </p:nvSpPr>
          <p:spPr>
            <a:xfrm>
              <a:off x="1787320" y="5439756"/>
              <a:ext cx="3048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I</a:t>
              </a:r>
              <a:endParaRPr lang="ru-RU" sz="1600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  <p:grpSp>
          <p:nvGrpSpPr>
            <p:cNvPr id="25" name="Группа 24">
              <a:extLst>
                <a:ext uri="{FF2B5EF4-FFF2-40B4-BE49-F238E27FC236}">
                  <a16:creationId xmlns:a16="http://schemas.microsoft.com/office/drawing/2014/main" id="{AD2A65AF-0FCA-C44B-96D6-65EC5CD286BC}"/>
                </a:ext>
              </a:extLst>
            </p:cNvPr>
            <p:cNvGrpSpPr/>
            <p:nvPr/>
          </p:nvGrpSpPr>
          <p:grpSpPr>
            <a:xfrm>
              <a:off x="2172874" y="5862708"/>
              <a:ext cx="1119800" cy="180000"/>
              <a:chOff x="7544886" y="2447301"/>
              <a:chExt cx="1119800" cy="180000"/>
            </a:xfrm>
          </p:grpSpPr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5F61079D-52F8-5072-E3B4-6EB14F913BCB}"/>
                  </a:ext>
                </a:extLst>
              </p:cNvPr>
              <p:cNvSpPr/>
              <p:nvPr/>
            </p:nvSpPr>
            <p:spPr>
              <a:xfrm>
                <a:off x="7544886" y="2447301"/>
                <a:ext cx="180000" cy="18000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" name="Прямоугольник 26">
                <a:extLst>
                  <a:ext uri="{FF2B5EF4-FFF2-40B4-BE49-F238E27FC236}">
                    <a16:creationId xmlns:a16="http://schemas.microsoft.com/office/drawing/2014/main" id="{54D78898-428C-376B-878E-9BE58301BE3E}"/>
                  </a:ext>
                </a:extLst>
              </p:cNvPr>
              <p:cNvSpPr/>
              <p:nvPr/>
            </p:nvSpPr>
            <p:spPr>
              <a:xfrm>
                <a:off x="7779836" y="2447301"/>
                <a:ext cx="180000" cy="1800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389E9B83-78BB-5DCD-5379-C11745E92D7A}"/>
                  </a:ext>
                </a:extLst>
              </p:cNvPr>
              <p:cNvSpPr/>
              <p:nvPr/>
            </p:nvSpPr>
            <p:spPr>
              <a:xfrm>
                <a:off x="8014786" y="2447301"/>
                <a:ext cx="180000" cy="180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CD9E11A8-0928-8AF1-43FA-9C3688E96F49}"/>
                  </a:ext>
                </a:extLst>
              </p:cNvPr>
              <p:cNvSpPr/>
              <p:nvPr/>
            </p:nvSpPr>
            <p:spPr>
              <a:xfrm>
                <a:off x="8249736" y="2447301"/>
                <a:ext cx="180000" cy="1800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0" name="Прямоугольник 29">
                <a:extLst>
                  <a:ext uri="{FF2B5EF4-FFF2-40B4-BE49-F238E27FC236}">
                    <a16:creationId xmlns:a16="http://schemas.microsoft.com/office/drawing/2014/main" id="{14505F98-714C-948D-D3E6-DAF2EF2A7795}"/>
                  </a:ext>
                </a:extLst>
              </p:cNvPr>
              <p:cNvSpPr/>
              <p:nvPr/>
            </p:nvSpPr>
            <p:spPr>
              <a:xfrm>
                <a:off x="8484686" y="2447301"/>
                <a:ext cx="180000" cy="1800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30CAC75-83A3-4CB1-5461-F0B011C0FF84}"/>
                </a:ext>
              </a:extLst>
            </p:cNvPr>
            <p:cNvSpPr txBox="1"/>
            <p:nvPr/>
          </p:nvSpPr>
          <p:spPr>
            <a:xfrm>
              <a:off x="1787320" y="5778310"/>
              <a:ext cx="3048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T</a:t>
              </a:r>
              <a:endParaRPr lang="ru-RU" sz="1600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AC53DDD-2520-EB0C-3CFD-3E87ADAF8CCE}"/>
                </a:ext>
              </a:extLst>
            </p:cNvPr>
            <p:cNvSpPr txBox="1"/>
            <p:nvPr/>
          </p:nvSpPr>
          <p:spPr>
            <a:xfrm>
              <a:off x="3292674" y="5101202"/>
              <a:ext cx="66556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700V</a:t>
              </a:r>
              <a:endParaRPr lang="ru-RU" sz="1600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2ED83BE-6782-9F38-10B0-35DA0284BD5D}"/>
                </a:ext>
              </a:extLst>
            </p:cNvPr>
            <p:cNvSpPr txBox="1"/>
            <p:nvPr/>
          </p:nvSpPr>
          <p:spPr>
            <a:xfrm>
              <a:off x="3292674" y="5439756"/>
              <a:ext cx="66556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500A</a:t>
              </a:r>
              <a:endParaRPr lang="ru-RU" sz="1600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CD4375A-CEA0-62D3-A7C8-D7995EA4F9D2}"/>
                </a:ext>
              </a:extLst>
            </p:cNvPr>
            <p:cNvSpPr txBox="1"/>
            <p:nvPr/>
          </p:nvSpPr>
          <p:spPr>
            <a:xfrm>
              <a:off x="3292674" y="5778310"/>
              <a:ext cx="5453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7</a:t>
              </a:r>
              <a:r>
                <a:rPr lang="en-US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0C</a:t>
              </a:r>
              <a:endParaRPr lang="ru-RU" sz="1600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</p:grpSp>
      <p:grpSp>
        <p:nvGrpSpPr>
          <p:cNvPr id="193" name="Группа 192">
            <a:extLst>
              <a:ext uri="{FF2B5EF4-FFF2-40B4-BE49-F238E27FC236}">
                <a16:creationId xmlns:a16="http://schemas.microsoft.com/office/drawing/2014/main" id="{023D6FE9-C28E-6B74-4453-4B0EBDC48F75}"/>
              </a:ext>
            </a:extLst>
          </p:cNvPr>
          <p:cNvGrpSpPr/>
          <p:nvPr/>
        </p:nvGrpSpPr>
        <p:grpSpPr>
          <a:xfrm>
            <a:off x="586957" y="2083821"/>
            <a:ext cx="2968436" cy="3754049"/>
            <a:chOff x="476052" y="3334900"/>
            <a:chExt cx="2968436" cy="2862245"/>
          </a:xfrm>
        </p:grpSpPr>
        <p:sp>
          <p:nvSpPr>
            <p:cNvPr id="4" name="Прямоугольник: скругленные углы 3">
              <a:extLst>
                <a:ext uri="{FF2B5EF4-FFF2-40B4-BE49-F238E27FC236}">
                  <a16:creationId xmlns:a16="http://schemas.microsoft.com/office/drawing/2014/main" id="{015F96AF-6C6A-C6CF-64EB-B58E36854686}"/>
                </a:ext>
              </a:extLst>
            </p:cNvPr>
            <p:cNvSpPr/>
            <p:nvPr/>
          </p:nvSpPr>
          <p:spPr>
            <a:xfrm>
              <a:off x="476052" y="3334900"/>
              <a:ext cx="2968436" cy="2862245"/>
            </a:xfrm>
            <a:prstGeom prst="roundRect">
              <a:avLst>
                <a:gd name="adj" fmla="val 7999"/>
              </a:avLst>
            </a:prstGeom>
            <a:noFill/>
            <a:ln w="1905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3ADCB3F-1A88-83D0-1689-E828CF30FB9E}"/>
                </a:ext>
              </a:extLst>
            </p:cNvPr>
            <p:cNvSpPr txBox="1"/>
            <p:nvPr/>
          </p:nvSpPr>
          <p:spPr>
            <a:xfrm>
              <a:off x="571960" y="3423729"/>
              <a:ext cx="66556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Link</a:t>
              </a:r>
              <a:endParaRPr lang="ru-RU" sz="1600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947A6CD-B022-E998-39E2-5D8D0937A415}"/>
                </a:ext>
              </a:extLst>
            </p:cNvPr>
            <p:cNvSpPr txBox="1"/>
            <p:nvPr/>
          </p:nvSpPr>
          <p:spPr>
            <a:xfrm>
              <a:off x="1326314" y="3407876"/>
              <a:ext cx="90601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System</a:t>
              </a:r>
              <a:endParaRPr lang="ru-RU" sz="1600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EF74C8A0-8F7C-E7DB-EBF6-35772725D147}"/>
                </a:ext>
              </a:extLst>
            </p:cNvPr>
            <p:cNvSpPr txBox="1"/>
            <p:nvPr/>
          </p:nvSpPr>
          <p:spPr>
            <a:xfrm>
              <a:off x="2429878" y="3425586"/>
              <a:ext cx="90601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Errors</a:t>
              </a:r>
              <a:endParaRPr lang="ru-RU" sz="1600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A0666E30-691A-B323-29D8-DD7DF2A509CB}"/>
                </a:ext>
              </a:extLst>
            </p:cNvPr>
            <p:cNvSpPr txBox="1"/>
            <p:nvPr/>
          </p:nvSpPr>
          <p:spPr>
            <a:xfrm>
              <a:off x="552937" y="4120884"/>
              <a:ext cx="66556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>
                      <a:lumMod val="85000"/>
                    </a:schemeClr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50ms</a:t>
              </a:r>
              <a:endParaRPr lang="ru-RU" sz="1600" dirty="0">
                <a:solidFill>
                  <a:schemeClr val="bg1">
                    <a:lumMod val="8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B7F03C39-4C1D-D8D8-9404-C851F1D81E07}"/>
                </a:ext>
              </a:extLst>
            </p:cNvPr>
            <p:cNvSpPr txBox="1"/>
            <p:nvPr/>
          </p:nvSpPr>
          <p:spPr>
            <a:xfrm>
              <a:off x="1271800" y="4120884"/>
              <a:ext cx="12666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>
                      <a:lumMod val="85000"/>
                    </a:schemeClr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converter</a:t>
              </a:r>
              <a:endParaRPr lang="ru-RU" sz="1600" dirty="0">
                <a:solidFill>
                  <a:schemeClr val="bg1">
                    <a:lumMod val="8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F7BD0E2-4783-0006-00DA-FE4F6C9CE540}"/>
                </a:ext>
              </a:extLst>
            </p:cNvPr>
            <p:cNvSpPr txBox="1"/>
            <p:nvPr/>
          </p:nvSpPr>
          <p:spPr>
            <a:xfrm>
              <a:off x="2537936" y="4120884"/>
              <a:ext cx="3048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>
                      <a:lumMod val="85000"/>
                    </a:schemeClr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3</a:t>
              </a:r>
              <a:endParaRPr lang="ru-RU" sz="1600" dirty="0">
                <a:solidFill>
                  <a:schemeClr val="bg1">
                    <a:lumMod val="8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AF9229A-7579-A114-1332-BD32B9EB0380}"/>
                </a:ext>
              </a:extLst>
            </p:cNvPr>
            <p:cNvSpPr txBox="1"/>
            <p:nvPr/>
          </p:nvSpPr>
          <p:spPr>
            <a:xfrm>
              <a:off x="567812" y="4456403"/>
              <a:ext cx="66556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>
                      <a:lumMod val="85000"/>
                    </a:schemeClr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None</a:t>
              </a:r>
              <a:endParaRPr lang="ru-RU" sz="1600" dirty="0">
                <a:solidFill>
                  <a:schemeClr val="bg1">
                    <a:lumMod val="8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BB42FEE9-304C-9F8A-46CA-5068E4DA70E2}"/>
                </a:ext>
              </a:extLst>
            </p:cNvPr>
            <p:cNvSpPr txBox="1"/>
            <p:nvPr/>
          </p:nvSpPr>
          <p:spPr>
            <a:xfrm>
              <a:off x="1286675" y="4456403"/>
              <a:ext cx="7857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>
                      <a:lumMod val="85000"/>
                    </a:schemeClr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cells</a:t>
              </a:r>
              <a:endParaRPr lang="ru-RU" sz="1600" dirty="0">
                <a:solidFill>
                  <a:schemeClr val="bg1">
                    <a:lumMod val="8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7A11E29B-0646-D57C-6565-CB1DD54F43E0}"/>
                </a:ext>
              </a:extLst>
            </p:cNvPr>
            <p:cNvSpPr txBox="1"/>
            <p:nvPr/>
          </p:nvSpPr>
          <p:spPr>
            <a:xfrm>
              <a:off x="2550103" y="4449894"/>
              <a:ext cx="5453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chemeClr val="bg1">
                      <a:lumMod val="85000"/>
                    </a:schemeClr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unk</a:t>
              </a:r>
              <a:endParaRPr lang="ru-RU" sz="1600" dirty="0">
                <a:solidFill>
                  <a:schemeClr val="bg1">
                    <a:lumMod val="8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2F83266D-A392-120E-293A-04C87CC4840A}"/>
                </a:ext>
              </a:extLst>
            </p:cNvPr>
            <p:cNvSpPr txBox="1"/>
            <p:nvPr/>
          </p:nvSpPr>
          <p:spPr>
            <a:xfrm>
              <a:off x="561340" y="4791922"/>
              <a:ext cx="66556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>
                      <a:lumMod val="85000"/>
                    </a:schemeClr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None</a:t>
              </a:r>
              <a:endParaRPr lang="ru-RU" sz="1600" dirty="0">
                <a:solidFill>
                  <a:schemeClr val="bg1">
                    <a:lumMod val="8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89EC570A-1E41-C75C-A03E-7D9B7D3D1A1C}"/>
                </a:ext>
              </a:extLst>
            </p:cNvPr>
            <p:cNvSpPr txBox="1"/>
            <p:nvPr/>
          </p:nvSpPr>
          <p:spPr>
            <a:xfrm>
              <a:off x="1280203" y="4791922"/>
              <a:ext cx="11464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chemeClr val="bg1">
                      <a:lumMod val="85000"/>
                    </a:schemeClr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coolling</a:t>
              </a:r>
              <a:endParaRPr lang="ru-RU" sz="1600" dirty="0">
                <a:solidFill>
                  <a:schemeClr val="bg1">
                    <a:lumMod val="8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D04830EC-746A-32EB-017A-6BA4F67F2915}"/>
                </a:ext>
              </a:extLst>
            </p:cNvPr>
            <p:cNvSpPr txBox="1"/>
            <p:nvPr/>
          </p:nvSpPr>
          <p:spPr>
            <a:xfrm>
              <a:off x="2546339" y="4791922"/>
              <a:ext cx="5453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>
                  <a:solidFill>
                    <a:schemeClr val="bg1">
                      <a:lumMod val="85000"/>
                    </a:schemeClr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unk</a:t>
              </a:r>
              <a:endParaRPr lang="ru-RU" sz="1600" dirty="0">
                <a:solidFill>
                  <a:schemeClr val="bg1">
                    <a:lumMod val="8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16BF6B5A-CA89-AB6B-4D59-CFE3E882A2C4}"/>
                </a:ext>
              </a:extLst>
            </p:cNvPr>
            <p:cNvSpPr txBox="1"/>
            <p:nvPr/>
          </p:nvSpPr>
          <p:spPr>
            <a:xfrm>
              <a:off x="565104" y="3779294"/>
              <a:ext cx="7857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>
                      <a:lumMod val="85000"/>
                    </a:schemeClr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100ms</a:t>
              </a:r>
              <a:endParaRPr lang="ru-RU" sz="1600" dirty="0">
                <a:solidFill>
                  <a:schemeClr val="bg1">
                    <a:lumMod val="8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CEB85209-E6B9-49C9-69CC-99D88E583185}"/>
                </a:ext>
              </a:extLst>
            </p:cNvPr>
            <p:cNvSpPr txBox="1"/>
            <p:nvPr/>
          </p:nvSpPr>
          <p:spPr>
            <a:xfrm>
              <a:off x="1283967" y="3779294"/>
              <a:ext cx="12666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>
                      <a:lumMod val="85000"/>
                    </a:schemeClr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isolation</a:t>
              </a:r>
              <a:endParaRPr lang="ru-RU" sz="1600" dirty="0">
                <a:solidFill>
                  <a:schemeClr val="bg1">
                    <a:lumMod val="8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8A284706-3B64-BC52-70E7-F32C68E9EFA2}"/>
                </a:ext>
              </a:extLst>
            </p:cNvPr>
            <p:cNvSpPr txBox="1"/>
            <p:nvPr/>
          </p:nvSpPr>
          <p:spPr>
            <a:xfrm>
              <a:off x="2550103" y="3779294"/>
              <a:ext cx="66556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>
                      <a:lumMod val="85000"/>
                    </a:schemeClr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None</a:t>
              </a:r>
              <a:endParaRPr lang="ru-RU" sz="1600" dirty="0">
                <a:solidFill>
                  <a:schemeClr val="bg1">
                    <a:lumMod val="8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91B53A70-3BB4-C1A1-68CE-D6D2467FF533}"/>
              </a:ext>
            </a:extLst>
          </p:cNvPr>
          <p:cNvSpPr txBox="1"/>
          <p:nvPr/>
        </p:nvSpPr>
        <p:spPr>
          <a:xfrm>
            <a:off x="5603341" y="487959"/>
            <a:ext cx="12666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Converter</a:t>
            </a:r>
            <a:endParaRPr lang="ru-RU" sz="1600" dirty="0">
              <a:solidFill>
                <a:schemeClr val="bg1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ACBCD6F-3CF3-5BF9-9D1E-364ED45A771F}"/>
              </a:ext>
            </a:extLst>
          </p:cNvPr>
          <p:cNvSpPr txBox="1"/>
          <p:nvPr/>
        </p:nvSpPr>
        <p:spPr>
          <a:xfrm>
            <a:off x="5603341" y="843524"/>
            <a:ext cx="17732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Mode: Charge </a:t>
            </a:r>
            <a:endParaRPr lang="ru-RU" sz="1600" dirty="0">
              <a:solidFill>
                <a:schemeClr val="bg1">
                  <a:lumMod val="85000"/>
                </a:schemeClr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06874E1F-6B00-ABC9-05E7-7022A274C1DA}"/>
              </a:ext>
            </a:extLst>
          </p:cNvPr>
          <p:cNvSpPr txBox="1"/>
          <p:nvPr/>
        </p:nvSpPr>
        <p:spPr>
          <a:xfrm>
            <a:off x="5603341" y="1199089"/>
            <a:ext cx="1146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U1: 700V</a:t>
            </a:r>
            <a:endParaRPr lang="ru-RU" sz="1600" dirty="0">
              <a:solidFill>
                <a:schemeClr val="bg1">
                  <a:lumMod val="85000"/>
                </a:schemeClr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AF65A1E6-BAD0-3186-BCDF-345C2E5CAE7A}"/>
              </a:ext>
            </a:extLst>
          </p:cNvPr>
          <p:cNvSpPr txBox="1"/>
          <p:nvPr/>
        </p:nvSpPr>
        <p:spPr>
          <a:xfrm>
            <a:off x="7165441" y="1199089"/>
            <a:ext cx="1146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U2: 600V</a:t>
            </a:r>
            <a:endParaRPr lang="ru-RU" sz="1600" dirty="0">
              <a:solidFill>
                <a:schemeClr val="bg1">
                  <a:lumMod val="85000"/>
                </a:schemeClr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819A3ADE-A1D6-667D-C89D-ACF464FBCDC0}"/>
              </a:ext>
            </a:extLst>
          </p:cNvPr>
          <p:cNvSpPr txBox="1"/>
          <p:nvPr/>
        </p:nvSpPr>
        <p:spPr>
          <a:xfrm>
            <a:off x="6805179" y="1199089"/>
            <a:ext cx="304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&gt;</a:t>
            </a:r>
            <a:endParaRPr lang="ru-RU" sz="1600" dirty="0">
              <a:solidFill>
                <a:schemeClr val="bg1">
                  <a:lumMod val="85000"/>
                </a:schemeClr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C17F22FB-EBE8-6D2C-00E5-0CB0130E1853}"/>
              </a:ext>
            </a:extLst>
          </p:cNvPr>
          <p:cNvSpPr txBox="1"/>
          <p:nvPr/>
        </p:nvSpPr>
        <p:spPr>
          <a:xfrm>
            <a:off x="5603341" y="1563042"/>
            <a:ext cx="1146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I1: 700A</a:t>
            </a:r>
            <a:endParaRPr lang="ru-RU" sz="1600" dirty="0">
              <a:solidFill>
                <a:schemeClr val="bg1">
                  <a:lumMod val="85000"/>
                </a:schemeClr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D3AB7712-ABA8-F3AD-D09E-BB1F4B79F0EE}"/>
              </a:ext>
            </a:extLst>
          </p:cNvPr>
          <p:cNvSpPr txBox="1"/>
          <p:nvPr/>
        </p:nvSpPr>
        <p:spPr>
          <a:xfrm>
            <a:off x="7165441" y="1563042"/>
            <a:ext cx="1146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I2: 600A</a:t>
            </a:r>
            <a:endParaRPr lang="ru-RU" sz="1600" dirty="0">
              <a:solidFill>
                <a:schemeClr val="bg1">
                  <a:lumMod val="85000"/>
                </a:schemeClr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AA726153-8F1D-26B3-BF0C-F1029E515A5B}"/>
              </a:ext>
            </a:extLst>
          </p:cNvPr>
          <p:cNvSpPr txBox="1"/>
          <p:nvPr/>
        </p:nvSpPr>
        <p:spPr>
          <a:xfrm>
            <a:off x="6740325" y="1563042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-&gt;</a:t>
            </a:r>
            <a:endParaRPr lang="ru-RU" sz="1600" dirty="0">
              <a:solidFill>
                <a:schemeClr val="bg1">
                  <a:lumMod val="85000"/>
                </a:schemeClr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BF4FBB32-DA43-AD70-841D-3D47E4DFB974}"/>
              </a:ext>
            </a:extLst>
          </p:cNvPr>
          <p:cNvSpPr txBox="1"/>
          <p:nvPr/>
        </p:nvSpPr>
        <p:spPr>
          <a:xfrm>
            <a:off x="5686423" y="2792347"/>
            <a:ext cx="11464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Colling</a:t>
            </a:r>
            <a:endParaRPr lang="ru-RU" sz="1600" dirty="0">
              <a:solidFill>
                <a:schemeClr val="bg1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93D5BD3C-90B7-7CBC-E4F3-15E918A7E33E}"/>
              </a:ext>
            </a:extLst>
          </p:cNvPr>
          <p:cNvSpPr txBox="1"/>
          <p:nvPr/>
        </p:nvSpPr>
        <p:spPr>
          <a:xfrm>
            <a:off x="5687672" y="3112965"/>
            <a:ext cx="18842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Fan 1: 100 rpm</a:t>
            </a:r>
            <a:endParaRPr lang="ru-RU" sz="1600" dirty="0">
              <a:solidFill>
                <a:schemeClr val="bg1">
                  <a:lumMod val="85000"/>
                </a:schemeClr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327E2D4-EC97-7305-5EAF-21A2C42E1318}"/>
              </a:ext>
            </a:extLst>
          </p:cNvPr>
          <p:cNvSpPr txBox="1"/>
          <p:nvPr/>
        </p:nvSpPr>
        <p:spPr>
          <a:xfrm>
            <a:off x="7691958" y="3361905"/>
            <a:ext cx="16319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Gate 1: Open</a:t>
            </a:r>
            <a:endParaRPr lang="ru-RU" sz="1600" dirty="0">
              <a:solidFill>
                <a:schemeClr val="bg1">
                  <a:lumMod val="85000"/>
                </a:schemeClr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6083B95F-A0A9-12D1-FE4C-2A4FD972476C}"/>
              </a:ext>
            </a:extLst>
          </p:cNvPr>
          <p:cNvSpPr txBox="1"/>
          <p:nvPr/>
        </p:nvSpPr>
        <p:spPr>
          <a:xfrm>
            <a:off x="7691958" y="3112965"/>
            <a:ext cx="16319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Gate 2: Open</a:t>
            </a:r>
            <a:endParaRPr lang="ru-RU" sz="1600" dirty="0">
              <a:solidFill>
                <a:schemeClr val="bg1">
                  <a:lumMod val="85000"/>
                </a:schemeClr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A8A63FAF-B16C-0FC7-7043-1EF8F17D70CC}"/>
              </a:ext>
            </a:extLst>
          </p:cNvPr>
          <p:cNvSpPr txBox="1"/>
          <p:nvPr/>
        </p:nvSpPr>
        <p:spPr>
          <a:xfrm>
            <a:off x="5686423" y="3325577"/>
            <a:ext cx="18855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Fan 2: 100 rpm</a:t>
            </a:r>
            <a:endParaRPr lang="ru-RU" sz="1600" dirty="0">
              <a:solidFill>
                <a:schemeClr val="bg1">
                  <a:lumMod val="85000"/>
                </a:schemeClr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pSp>
        <p:nvGrpSpPr>
          <p:cNvPr id="261" name="Группа 260">
            <a:extLst>
              <a:ext uri="{FF2B5EF4-FFF2-40B4-BE49-F238E27FC236}">
                <a16:creationId xmlns:a16="http://schemas.microsoft.com/office/drawing/2014/main" id="{4BE3A4F7-8269-4FF2-BCE4-A4BDDA95A6E5}"/>
              </a:ext>
            </a:extLst>
          </p:cNvPr>
          <p:cNvGrpSpPr/>
          <p:nvPr/>
        </p:nvGrpSpPr>
        <p:grpSpPr>
          <a:xfrm>
            <a:off x="592246" y="5987148"/>
            <a:ext cx="2968436" cy="588724"/>
            <a:chOff x="8994621" y="6031966"/>
            <a:chExt cx="2968436" cy="588724"/>
          </a:xfrm>
        </p:grpSpPr>
        <p:sp>
          <p:nvSpPr>
            <p:cNvPr id="223" name="Прямоугольник: скругленные углы 222">
              <a:extLst>
                <a:ext uri="{FF2B5EF4-FFF2-40B4-BE49-F238E27FC236}">
                  <a16:creationId xmlns:a16="http://schemas.microsoft.com/office/drawing/2014/main" id="{58E80DF6-9073-C3C7-6F78-AED7CD2032F7}"/>
                </a:ext>
              </a:extLst>
            </p:cNvPr>
            <p:cNvSpPr/>
            <p:nvPr/>
          </p:nvSpPr>
          <p:spPr>
            <a:xfrm>
              <a:off x="8994621" y="6031966"/>
              <a:ext cx="2968436" cy="588724"/>
            </a:xfrm>
            <a:prstGeom prst="roundRect">
              <a:avLst>
                <a:gd name="adj" fmla="val 29513"/>
              </a:avLst>
            </a:prstGeom>
            <a:noFill/>
            <a:ln w="1905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A9B08376-856D-5DC5-7755-B33B8F2F0916}"/>
                </a:ext>
              </a:extLst>
            </p:cNvPr>
            <p:cNvSpPr txBox="1"/>
            <p:nvPr/>
          </p:nvSpPr>
          <p:spPr>
            <a:xfrm>
              <a:off x="9086277" y="6132857"/>
              <a:ext cx="22819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>
                      <a:lumMod val="75000"/>
                    </a:schemeClr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/command line…</a:t>
              </a:r>
              <a:endParaRPr lang="ru-RU" sz="1600" dirty="0">
                <a:solidFill>
                  <a:schemeClr val="bg1">
                    <a:lumMod val="7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endParaRPr>
            </a:p>
          </p:txBody>
        </p:sp>
      </p:grpSp>
      <p:sp>
        <p:nvSpPr>
          <p:cNvPr id="237" name="TextBox 236">
            <a:extLst>
              <a:ext uri="{FF2B5EF4-FFF2-40B4-BE49-F238E27FC236}">
                <a16:creationId xmlns:a16="http://schemas.microsoft.com/office/drawing/2014/main" id="{8B60AF02-1EC8-A58F-ADF7-272673B873EE}"/>
              </a:ext>
            </a:extLst>
          </p:cNvPr>
          <p:cNvSpPr txBox="1"/>
          <p:nvPr/>
        </p:nvSpPr>
        <p:spPr>
          <a:xfrm>
            <a:off x="10365143" y="597303"/>
            <a:ext cx="16273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Contactor 1: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Closed</a:t>
            </a:r>
            <a:endParaRPr lang="ru-RU" sz="1600" dirty="0">
              <a:solidFill>
                <a:schemeClr val="bg1">
                  <a:lumMod val="85000"/>
                </a:schemeClr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DBC1DA25-8B6E-CC30-3235-2224CB89E98D}"/>
              </a:ext>
            </a:extLst>
          </p:cNvPr>
          <p:cNvSpPr txBox="1"/>
          <p:nvPr/>
        </p:nvSpPr>
        <p:spPr>
          <a:xfrm>
            <a:off x="10365143" y="1270654"/>
            <a:ext cx="16273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Contactor 2:</a:t>
            </a:r>
          </a:p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Closed</a:t>
            </a:r>
            <a:endParaRPr lang="ru-RU" sz="1600" dirty="0">
              <a:solidFill>
                <a:schemeClr val="bg1">
                  <a:lumMod val="85000"/>
                </a:schemeClr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7672330D-298F-368E-1DA1-51F5F58FA00F}"/>
              </a:ext>
            </a:extLst>
          </p:cNvPr>
          <p:cNvSpPr txBox="1"/>
          <p:nvPr/>
        </p:nvSpPr>
        <p:spPr>
          <a:xfrm>
            <a:off x="8367487" y="547380"/>
            <a:ext cx="12666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Isolation</a:t>
            </a:r>
            <a:endParaRPr lang="ru-RU" sz="1600" dirty="0">
              <a:solidFill>
                <a:schemeClr val="bg1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A2BC51F3-1349-51C2-8D2C-4588BF828CCE}"/>
              </a:ext>
            </a:extLst>
          </p:cNvPr>
          <p:cNvSpPr txBox="1"/>
          <p:nvPr/>
        </p:nvSpPr>
        <p:spPr>
          <a:xfrm>
            <a:off x="8367487" y="888770"/>
            <a:ext cx="16273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Res+: 500MOm</a:t>
            </a:r>
            <a:endParaRPr lang="ru-RU" sz="1600" dirty="0">
              <a:solidFill>
                <a:schemeClr val="bg1">
                  <a:lumMod val="85000"/>
                </a:schemeClr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AEA994AF-73B7-4FC4-8548-28A1C531BC9F}"/>
              </a:ext>
            </a:extLst>
          </p:cNvPr>
          <p:cNvSpPr txBox="1"/>
          <p:nvPr/>
        </p:nvSpPr>
        <p:spPr>
          <a:xfrm>
            <a:off x="8367487" y="1227324"/>
            <a:ext cx="16273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Res-: 500MOm</a:t>
            </a:r>
            <a:endParaRPr lang="ru-RU" sz="1600" dirty="0">
              <a:solidFill>
                <a:schemeClr val="bg1">
                  <a:lumMod val="85000"/>
                </a:schemeClr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pSp>
        <p:nvGrpSpPr>
          <p:cNvPr id="428" name="Группа 427">
            <a:extLst>
              <a:ext uri="{FF2B5EF4-FFF2-40B4-BE49-F238E27FC236}">
                <a16:creationId xmlns:a16="http://schemas.microsoft.com/office/drawing/2014/main" id="{BE23ACCD-4B93-CCE0-5643-C648126B8F4E}"/>
              </a:ext>
            </a:extLst>
          </p:cNvPr>
          <p:cNvGrpSpPr/>
          <p:nvPr/>
        </p:nvGrpSpPr>
        <p:grpSpPr>
          <a:xfrm>
            <a:off x="5777628" y="4273831"/>
            <a:ext cx="5876692" cy="2309725"/>
            <a:chOff x="6819461" y="3997940"/>
            <a:chExt cx="5028661" cy="2589587"/>
          </a:xfrm>
        </p:grpSpPr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42641320-34AB-FC67-2DB2-071322368DA3}"/>
                </a:ext>
              </a:extLst>
            </p:cNvPr>
            <p:cNvSpPr txBox="1"/>
            <p:nvPr/>
          </p:nvSpPr>
          <p:spPr>
            <a:xfrm>
              <a:off x="6819461" y="3997944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C8A3B616-42B7-4E47-739E-B6DD739C33F6}"/>
                </a:ext>
              </a:extLst>
            </p:cNvPr>
            <p:cNvSpPr txBox="1"/>
            <p:nvPr/>
          </p:nvSpPr>
          <p:spPr>
            <a:xfrm>
              <a:off x="7330966" y="3997943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74F3643C-09DB-FE5C-7AC3-108A570E5916}"/>
                </a:ext>
              </a:extLst>
            </p:cNvPr>
            <p:cNvSpPr txBox="1"/>
            <p:nvPr/>
          </p:nvSpPr>
          <p:spPr>
            <a:xfrm>
              <a:off x="7842471" y="3997942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B619791F-C2B0-45CB-71D0-0E2CED2F674D}"/>
                </a:ext>
              </a:extLst>
            </p:cNvPr>
            <p:cNvSpPr txBox="1"/>
            <p:nvPr/>
          </p:nvSpPr>
          <p:spPr>
            <a:xfrm>
              <a:off x="8353976" y="3997941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CCC8AC87-E099-E9E9-6D09-492FFA06AA64}"/>
                </a:ext>
              </a:extLst>
            </p:cNvPr>
            <p:cNvSpPr txBox="1"/>
            <p:nvPr/>
          </p:nvSpPr>
          <p:spPr>
            <a:xfrm>
              <a:off x="8865481" y="3997940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D231E1E4-E1F9-3DBA-A581-D08CEED376E5}"/>
                </a:ext>
              </a:extLst>
            </p:cNvPr>
            <p:cNvSpPr txBox="1"/>
            <p:nvPr/>
          </p:nvSpPr>
          <p:spPr>
            <a:xfrm>
              <a:off x="9376986" y="3997940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F7CEF9FE-C40C-3805-776B-9A395B848753}"/>
                </a:ext>
              </a:extLst>
            </p:cNvPr>
            <p:cNvSpPr txBox="1"/>
            <p:nvPr/>
          </p:nvSpPr>
          <p:spPr>
            <a:xfrm>
              <a:off x="9888491" y="3997940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9B120CE9-952B-2136-7F4F-DFF37F4BF105}"/>
                </a:ext>
              </a:extLst>
            </p:cNvPr>
            <p:cNvSpPr txBox="1"/>
            <p:nvPr/>
          </p:nvSpPr>
          <p:spPr>
            <a:xfrm>
              <a:off x="10399996" y="3997940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5DD06FD5-3A04-63A8-6E0A-9800D1CF9BAE}"/>
                </a:ext>
              </a:extLst>
            </p:cNvPr>
            <p:cNvSpPr txBox="1"/>
            <p:nvPr/>
          </p:nvSpPr>
          <p:spPr>
            <a:xfrm>
              <a:off x="10911501" y="3997940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CA61ACA4-2091-AD26-075F-2273B622B7D6}"/>
                </a:ext>
              </a:extLst>
            </p:cNvPr>
            <p:cNvSpPr txBox="1"/>
            <p:nvPr/>
          </p:nvSpPr>
          <p:spPr>
            <a:xfrm>
              <a:off x="6819461" y="4451455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2EC97F3D-45CF-B15E-54C0-7F4E2ED24662}"/>
                </a:ext>
              </a:extLst>
            </p:cNvPr>
            <p:cNvSpPr txBox="1"/>
            <p:nvPr/>
          </p:nvSpPr>
          <p:spPr>
            <a:xfrm>
              <a:off x="7330966" y="4451454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35988C06-4305-C878-811B-0A38CFDD8A40}"/>
                </a:ext>
              </a:extLst>
            </p:cNvPr>
            <p:cNvSpPr txBox="1"/>
            <p:nvPr/>
          </p:nvSpPr>
          <p:spPr>
            <a:xfrm>
              <a:off x="7842471" y="4451453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3BFC9ED9-D8E0-B016-893A-B2BF0D46C391}"/>
                </a:ext>
              </a:extLst>
            </p:cNvPr>
            <p:cNvSpPr txBox="1"/>
            <p:nvPr/>
          </p:nvSpPr>
          <p:spPr>
            <a:xfrm>
              <a:off x="8353976" y="4451452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id="{9A12D114-710E-4550-77F1-1179EC5FC9CC}"/>
                </a:ext>
              </a:extLst>
            </p:cNvPr>
            <p:cNvSpPr txBox="1"/>
            <p:nvPr/>
          </p:nvSpPr>
          <p:spPr>
            <a:xfrm>
              <a:off x="8865481" y="4451451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FFA4F110-666E-5A9F-A60C-E44464F6F8E5}"/>
                </a:ext>
              </a:extLst>
            </p:cNvPr>
            <p:cNvSpPr txBox="1"/>
            <p:nvPr/>
          </p:nvSpPr>
          <p:spPr>
            <a:xfrm>
              <a:off x="9376986" y="4451451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291" name="TextBox 290">
              <a:extLst>
                <a:ext uri="{FF2B5EF4-FFF2-40B4-BE49-F238E27FC236}">
                  <a16:creationId xmlns:a16="http://schemas.microsoft.com/office/drawing/2014/main" id="{B8FD5B2D-7EA0-27BC-0F89-718272B65E32}"/>
                </a:ext>
              </a:extLst>
            </p:cNvPr>
            <p:cNvSpPr txBox="1"/>
            <p:nvPr/>
          </p:nvSpPr>
          <p:spPr>
            <a:xfrm>
              <a:off x="9888491" y="4451451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9D45581C-756C-F912-2A13-5B8E6C2AB844}"/>
                </a:ext>
              </a:extLst>
            </p:cNvPr>
            <p:cNvSpPr txBox="1"/>
            <p:nvPr/>
          </p:nvSpPr>
          <p:spPr>
            <a:xfrm>
              <a:off x="10399996" y="4451451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295" name="TextBox 294">
              <a:extLst>
                <a:ext uri="{FF2B5EF4-FFF2-40B4-BE49-F238E27FC236}">
                  <a16:creationId xmlns:a16="http://schemas.microsoft.com/office/drawing/2014/main" id="{FF4F861B-05FA-2AE8-0679-30E0926372C9}"/>
                </a:ext>
              </a:extLst>
            </p:cNvPr>
            <p:cNvSpPr txBox="1"/>
            <p:nvPr/>
          </p:nvSpPr>
          <p:spPr>
            <a:xfrm>
              <a:off x="10911501" y="4451451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297" name="TextBox 296">
              <a:extLst>
                <a:ext uri="{FF2B5EF4-FFF2-40B4-BE49-F238E27FC236}">
                  <a16:creationId xmlns:a16="http://schemas.microsoft.com/office/drawing/2014/main" id="{EAF516F2-4F6D-8EC0-FE55-9FFC799318A8}"/>
                </a:ext>
              </a:extLst>
            </p:cNvPr>
            <p:cNvSpPr txBox="1"/>
            <p:nvPr/>
          </p:nvSpPr>
          <p:spPr>
            <a:xfrm>
              <a:off x="11423006" y="3997940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D36EA37B-4E24-F92E-87F7-4B23118F8937}"/>
                </a:ext>
              </a:extLst>
            </p:cNvPr>
            <p:cNvSpPr txBox="1"/>
            <p:nvPr/>
          </p:nvSpPr>
          <p:spPr>
            <a:xfrm>
              <a:off x="11423006" y="4451451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341" name="TextBox 340">
              <a:extLst>
                <a:ext uri="{FF2B5EF4-FFF2-40B4-BE49-F238E27FC236}">
                  <a16:creationId xmlns:a16="http://schemas.microsoft.com/office/drawing/2014/main" id="{9EBA56BA-FBFC-E5EB-46CC-59F238469462}"/>
                </a:ext>
              </a:extLst>
            </p:cNvPr>
            <p:cNvSpPr txBox="1"/>
            <p:nvPr/>
          </p:nvSpPr>
          <p:spPr>
            <a:xfrm>
              <a:off x="6819461" y="4888442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1E0F9F9A-F025-F497-E138-9068556AECC6}"/>
                </a:ext>
              </a:extLst>
            </p:cNvPr>
            <p:cNvSpPr txBox="1"/>
            <p:nvPr/>
          </p:nvSpPr>
          <p:spPr>
            <a:xfrm>
              <a:off x="7330966" y="4888441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E0E7AB77-50CF-BC7D-8AF5-D646F2933309}"/>
                </a:ext>
              </a:extLst>
            </p:cNvPr>
            <p:cNvSpPr txBox="1"/>
            <p:nvPr/>
          </p:nvSpPr>
          <p:spPr>
            <a:xfrm>
              <a:off x="7842471" y="4888440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347" name="TextBox 346">
              <a:extLst>
                <a:ext uri="{FF2B5EF4-FFF2-40B4-BE49-F238E27FC236}">
                  <a16:creationId xmlns:a16="http://schemas.microsoft.com/office/drawing/2014/main" id="{4ED65345-4841-91A1-C2A2-C08632A13E86}"/>
                </a:ext>
              </a:extLst>
            </p:cNvPr>
            <p:cNvSpPr txBox="1"/>
            <p:nvPr/>
          </p:nvSpPr>
          <p:spPr>
            <a:xfrm>
              <a:off x="8353976" y="4888439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0B9F2D2E-BABD-4AE1-D14D-59E72717F3C3}"/>
                </a:ext>
              </a:extLst>
            </p:cNvPr>
            <p:cNvSpPr txBox="1"/>
            <p:nvPr/>
          </p:nvSpPr>
          <p:spPr>
            <a:xfrm>
              <a:off x="8865481" y="4888438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351" name="TextBox 350">
              <a:extLst>
                <a:ext uri="{FF2B5EF4-FFF2-40B4-BE49-F238E27FC236}">
                  <a16:creationId xmlns:a16="http://schemas.microsoft.com/office/drawing/2014/main" id="{3C228C23-9ECA-6B52-7D70-6CF029185C5E}"/>
                </a:ext>
              </a:extLst>
            </p:cNvPr>
            <p:cNvSpPr txBox="1"/>
            <p:nvPr/>
          </p:nvSpPr>
          <p:spPr>
            <a:xfrm>
              <a:off x="9376986" y="4888438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353" name="TextBox 352">
              <a:extLst>
                <a:ext uri="{FF2B5EF4-FFF2-40B4-BE49-F238E27FC236}">
                  <a16:creationId xmlns:a16="http://schemas.microsoft.com/office/drawing/2014/main" id="{3C363B13-9494-2FE7-C3C4-999E432D2667}"/>
                </a:ext>
              </a:extLst>
            </p:cNvPr>
            <p:cNvSpPr txBox="1"/>
            <p:nvPr/>
          </p:nvSpPr>
          <p:spPr>
            <a:xfrm>
              <a:off x="9888491" y="4888438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355" name="TextBox 354">
              <a:extLst>
                <a:ext uri="{FF2B5EF4-FFF2-40B4-BE49-F238E27FC236}">
                  <a16:creationId xmlns:a16="http://schemas.microsoft.com/office/drawing/2014/main" id="{F9B705E1-0CD4-E5E1-1715-D8B2B8E323D8}"/>
                </a:ext>
              </a:extLst>
            </p:cNvPr>
            <p:cNvSpPr txBox="1"/>
            <p:nvPr/>
          </p:nvSpPr>
          <p:spPr>
            <a:xfrm>
              <a:off x="10399996" y="4888438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37B788DF-045F-318E-ACC2-03417702A4D4}"/>
                </a:ext>
              </a:extLst>
            </p:cNvPr>
            <p:cNvSpPr txBox="1"/>
            <p:nvPr/>
          </p:nvSpPr>
          <p:spPr>
            <a:xfrm>
              <a:off x="10911501" y="4888438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ACEF0BE3-9375-DE48-2371-4B36A0CE5AAC}"/>
                </a:ext>
              </a:extLst>
            </p:cNvPr>
            <p:cNvSpPr txBox="1"/>
            <p:nvPr/>
          </p:nvSpPr>
          <p:spPr>
            <a:xfrm>
              <a:off x="6819461" y="5341953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831B79DD-33C6-4495-8D1D-1E30ABC2701E}"/>
                </a:ext>
              </a:extLst>
            </p:cNvPr>
            <p:cNvSpPr txBox="1"/>
            <p:nvPr/>
          </p:nvSpPr>
          <p:spPr>
            <a:xfrm>
              <a:off x="7330966" y="5341952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363" name="TextBox 362">
              <a:extLst>
                <a:ext uri="{FF2B5EF4-FFF2-40B4-BE49-F238E27FC236}">
                  <a16:creationId xmlns:a16="http://schemas.microsoft.com/office/drawing/2014/main" id="{B5A5A196-3A6B-D8C2-EED4-60ECB1CE5BC0}"/>
                </a:ext>
              </a:extLst>
            </p:cNvPr>
            <p:cNvSpPr txBox="1"/>
            <p:nvPr/>
          </p:nvSpPr>
          <p:spPr>
            <a:xfrm>
              <a:off x="7842471" y="5341951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id="{4AF66F67-8F75-69E9-E231-4230133E6BC5}"/>
                </a:ext>
              </a:extLst>
            </p:cNvPr>
            <p:cNvSpPr txBox="1"/>
            <p:nvPr/>
          </p:nvSpPr>
          <p:spPr>
            <a:xfrm>
              <a:off x="8353976" y="5341950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367" name="TextBox 366">
              <a:extLst>
                <a:ext uri="{FF2B5EF4-FFF2-40B4-BE49-F238E27FC236}">
                  <a16:creationId xmlns:a16="http://schemas.microsoft.com/office/drawing/2014/main" id="{E9D042A4-799C-5303-983D-50F36AB9A889}"/>
                </a:ext>
              </a:extLst>
            </p:cNvPr>
            <p:cNvSpPr txBox="1"/>
            <p:nvPr/>
          </p:nvSpPr>
          <p:spPr>
            <a:xfrm>
              <a:off x="8865481" y="5341949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4BB6A1E3-05A7-8D96-8FC8-47DC27A82863}"/>
                </a:ext>
              </a:extLst>
            </p:cNvPr>
            <p:cNvSpPr txBox="1"/>
            <p:nvPr/>
          </p:nvSpPr>
          <p:spPr>
            <a:xfrm>
              <a:off x="9376986" y="5341949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371" name="TextBox 370">
              <a:extLst>
                <a:ext uri="{FF2B5EF4-FFF2-40B4-BE49-F238E27FC236}">
                  <a16:creationId xmlns:a16="http://schemas.microsoft.com/office/drawing/2014/main" id="{582DF377-E808-4B6B-E3E6-ED666CA083A1}"/>
                </a:ext>
              </a:extLst>
            </p:cNvPr>
            <p:cNvSpPr txBox="1"/>
            <p:nvPr/>
          </p:nvSpPr>
          <p:spPr>
            <a:xfrm>
              <a:off x="9888491" y="5341949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373" name="TextBox 372">
              <a:extLst>
                <a:ext uri="{FF2B5EF4-FFF2-40B4-BE49-F238E27FC236}">
                  <a16:creationId xmlns:a16="http://schemas.microsoft.com/office/drawing/2014/main" id="{0EC75906-C883-0F3F-613F-524EF2B01FA5}"/>
                </a:ext>
              </a:extLst>
            </p:cNvPr>
            <p:cNvSpPr txBox="1"/>
            <p:nvPr/>
          </p:nvSpPr>
          <p:spPr>
            <a:xfrm>
              <a:off x="10399996" y="5341949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375" name="TextBox 374">
              <a:extLst>
                <a:ext uri="{FF2B5EF4-FFF2-40B4-BE49-F238E27FC236}">
                  <a16:creationId xmlns:a16="http://schemas.microsoft.com/office/drawing/2014/main" id="{E873CFB4-2E0C-5F35-1FE7-FA6EC9C6F4B5}"/>
                </a:ext>
              </a:extLst>
            </p:cNvPr>
            <p:cNvSpPr txBox="1"/>
            <p:nvPr/>
          </p:nvSpPr>
          <p:spPr>
            <a:xfrm>
              <a:off x="10911501" y="5341949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16322E9E-62E1-DF44-9BE3-C45139EEC17A}"/>
                </a:ext>
              </a:extLst>
            </p:cNvPr>
            <p:cNvSpPr txBox="1"/>
            <p:nvPr/>
          </p:nvSpPr>
          <p:spPr>
            <a:xfrm>
              <a:off x="11423006" y="4888438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CBF3FEF7-8856-5C32-8906-3E5F9393DF86}"/>
                </a:ext>
              </a:extLst>
            </p:cNvPr>
            <p:cNvSpPr txBox="1"/>
            <p:nvPr/>
          </p:nvSpPr>
          <p:spPr>
            <a:xfrm>
              <a:off x="11423006" y="5341949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E2F11EBA-C8CE-82E4-D428-8D03C4B49524}"/>
                </a:ext>
              </a:extLst>
            </p:cNvPr>
            <p:cNvSpPr txBox="1"/>
            <p:nvPr/>
          </p:nvSpPr>
          <p:spPr>
            <a:xfrm>
              <a:off x="6819461" y="5795464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3C4899F2-56E0-170B-82D4-501F858AA3CC}"/>
                </a:ext>
              </a:extLst>
            </p:cNvPr>
            <p:cNvSpPr txBox="1"/>
            <p:nvPr/>
          </p:nvSpPr>
          <p:spPr>
            <a:xfrm>
              <a:off x="7330966" y="5795463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1B5A6594-6565-E222-E915-0B1411A8A2E2}"/>
                </a:ext>
              </a:extLst>
            </p:cNvPr>
            <p:cNvSpPr txBox="1"/>
            <p:nvPr/>
          </p:nvSpPr>
          <p:spPr>
            <a:xfrm>
              <a:off x="7842471" y="5795462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387" name="TextBox 386">
              <a:extLst>
                <a:ext uri="{FF2B5EF4-FFF2-40B4-BE49-F238E27FC236}">
                  <a16:creationId xmlns:a16="http://schemas.microsoft.com/office/drawing/2014/main" id="{47F94549-B085-7B6D-4E58-8B0B6C27B68E}"/>
                </a:ext>
              </a:extLst>
            </p:cNvPr>
            <p:cNvSpPr txBox="1"/>
            <p:nvPr/>
          </p:nvSpPr>
          <p:spPr>
            <a:xfrm>
              <a:off x="8353976" y="5795461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389" name="TextBox 388">
              <a:extLst>
                <a:ext uri="{FF2B5EF4-FFF2-40B4-BE49-F238E27FC236}">
                  <a16:creationId xmlns:a16="http://schemas.microsoft.com/office/drawing/2014/main" id="{E0CD927C-B6D1-9A0D-5F8F-8B6BE42B4860}"/>
                </a:ext>
              </a:extLst>
            </p:cNvPr>
            <p:cNvSpPr txBox="1"/>
            <p:nvPr/>
          </p:nvSpPr>
          <p:spPr>
            <a:xfrm>
              <a:off x="8865481" y="5795460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391" name="TextBox 390">
              <a:extLst>
                <a:ext uri="{FF2B5EF4-FFF2-40B4-BE49-F238E27FC236}">
                  <a16:creationId xmlns:a16="http://schemas.microsoft.com/office/drawing/2014/main" id="{FEB59F50-49E7-BF30-6FF0-4D393FDED3F4}"/>
                </a:ext>
              </a:extLst>
            </p:cNvPr>
            <p:cNvSpPr txBox="1"/>
            <p:nvPr/>
          </p:nvSpPr>
          <p:spPr>
            <a:xfrm>
              <a:off x="9376986" y="5795460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1ED4C290-1CE3-6C27-F3AE-C6C84C335B52}"/>
                </a:ext>
              </a:extLst>
            </p:cNvPr>
            <p:cNvSpPr txBox="1"/>
            <p:nvPr/>
          </p:nvSpPr>
          <p:spPr>
            <a:xfrm>
              <a:off x="9888491" y="5795460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395" name="TextBox 394">
              <a:extLst>
                <a:ext uri="{FF2B5EF4-FFF2-40B4-BE49-F238E27FC236}">
                  <a16:creationId xmlns:a16="http://schemas.microsoft.com/office/drawing/2014/main" id="{2E077102-F810-9052-8C9D-75AE6651EAB7}"/>
                </a:ext>
              </a:extLst>
            </p:cNvPr>
            <p:cNvSpPr txBox="1"/>
            <p:nvPr/>
          </p:nvSpPr>
          <p:spPr>
            <a:xfrm>
              <a:off x="10399996" y="5795460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397" name="TextBox 396">
              <a:extLst>
                <a:ext uri="{FF2B5EF4-FFF2-40B4-BE49-F238E27FC236}">
                  <a16:creationId xmlns:a16="http://schemas.microsoft.com/office/drawing/2014/main" id="{F70933DC-4D91-9739-49E3-B9742939E129}"/>
                </a:ext>
              </a:extLst>
            </p:cNvPr>
            <p:cNvSpPr txBox="1"/>
            <p:nvPr/>
          </p:nvSpPr>
          <p:spPr>
            <a:xfrm>
              <a:off x="10911501" y="5795460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403" name="TextBox 402">
              <a:extLst>
                <a:ext uri="{FF2B5EF4-FFF2-40B4-BE49-F238E27FC236}">
                  <a16:creationId xmlns:a16="http://schemas.microsoft.com/office/drawing/2014/main" id="{B6A1B902-0E17-C48C-C791-BB29A8EE6E88}"/>
                </a:ext>
              </a:extLst>
            </p:cNvPr>
            <p:cNvSpPr txBox="1"/>
            <p:nvPr/>
          </p:nvSpPr>
          <p:spPr>
            <a:xfrm>
              <a:off x="7842471" y="6248973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405" name="TextBox 404">
              <a:extLst>
                <a:ext uri="{FF2B5EF4-FFF2-40B4-BE49-F238E27FC236}">
                  <a16:creationId xmlns:a16="http://schemas.microsoft.com/office/drawing/2014/main" id="{D9BA3EA1-E33A-A066-CF72-9574066C0035}"/>
                </a:ext>
              </a:extLst>
            </p:cNvPr>
            <p:cNvSpPr txBox="1"/>
            <p:nvPr/>
          </p:nvSpPr>
          <p:spPr>
            <a:xfrm>
              <a:off x="8353976" y="6248972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407" name="TextBox 406">
              <a:extLst>
                <a:ext uri="{FF2B5EF4-FFF2-40B4-BE49-F238E27FC236}">
                  <a16:creationId xmlns:a16="http://schemas.microsoft.com/office/drawing/2014/main" id="{C9A4ACA8-BD75-6DBC-2E1F-EBE45179DB63}"/>
                </a:ext>
              </a:extLst>
            </p:cNvPr>
            <p:cNvSpPr txBox="1"/>
            <p:nvPr/>
          </p:nvSpPr>
          <p:spPr>
            <a:xfrm>
              <a:off x="8865481" y="6248971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409" name="TextBox 408">
              <a:extLst>
                <a:ext uri="{FF2B5EF4-FFF2-40B4-BE49-F238E27FC236}">
                  <a16:creationId xmlns:a16="http://schemas.microsoft.com/office/drawing/2014/main" id="{F207AC69-4C2E-A92D-168A-B3B933835051}"/>
                </a:ext>
              </a:extLst>
            </p:cNvPr>
            <p:cNvSpPr txBox="1"/>
            <p:nvPr/>
          </p:nvSpPr>
          <p:spPr>
            <a:xfrm>
              <a:off x="9376986" y="6248971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411" name="TextBox 410">
              <a:extLst>
                <a:ext uri="{FF2B5EF4-FFF2-40B4-BE49-F238E27FC236}">
                  <a16:creationId xmlns:a16="http://schemas.microsoft.com/office/drawing/2014/main" id="{10C14A5F-DC43-BBD7-A89E-34EF93F02F92}"/>
                </a:ext>
              </a:extLst>
            </p:cNvPr>
            <p:cNvSpPr txBox="1"/>
            <p:nvPr/>
          </p:nvSpPr>
          <p:spPr>
            <a:xfrm>
              <a:off x="9888491" y="6248971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id="{81DA8E8E-E498-83ED-414E-113E525D8C3F}"/>
                </a:ext>
              </a:extLst>
            </p:cNvPr>
            <p:cNvSpPr txBox="1"/>
            <p:nvPr/>
          </p:nvSpPr>
          <p:spPr>
            <a:xfrm>
              <a:off x="10399996" y="6248971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  <p:sp>
          <p:nvSpPr>
            <p:cNvPr id="417" name="TextBox 416">
              <a:extLst>
                <a:ext uri="{FF2B5EF4-FFF2-40B4-BE49-F238E27FC236}">
                  <a16:creationId xmlns:a16="http://schemas.microsoft.com/office/drawing/2014/main" id="{397FCC0F-03F5-F9CC-A0A2-7B1A8CF3A07F}"/>
                </a:ext>
              </a:extLst>
            </p:cNvPr>
            <p:cNvSpPr txBox="1"/>
            <p:nvPr/>
          </p:nvSpPr>
          <p:spPr>
            <a:xfrm>
              <a:off x="11423006" y="5795460"/>
              <a:ext cx="425116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ru-RU" sz="1600" dirty="0">
                  <a:solidFill>
                    <a:schemeClr val="bg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01</a:t>
              </a:r>
            </a:p>
          </p:txBody>
        </p:sp>
      </p:grpSp>
      <p:sp>
        <p:nvSpPr>
          <p:cNvPr id="421" name="TextBox 420">
            <a:extLst>
              <a:ext uri="{FF2B5EF4-FFF2-40B4-BE49-F238E27FC236}">
                <a16:creationId xmlns:a16="http://schemas.microsoft.com/office/drawing/2014/main" id="{740BCD8B-4E26-E435-C802-78FE17683E22}"/>
              </a:ext>
            </a:extLst>
          </p:cNvPr>
          <p:cNvSpPr txBox="1"/>
          <p:nvPr/>
        </p:nvSpPr>
        <p:spPr>
          <a:xfrm>
            <a:off x="9180965" y="3827326"/>
            <a:ext cx="12563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Vmax: 20V </a:t>
            </a:r>
            <a:endParaRPr lang="ru-RU" sz="1600" dirty="0">
              <a:solidFill>
                <a:schemeClr val="bg1">
                  <a:lumMod val="85000"/>
                </a:schemeClr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423" name="TextBox 422">
            <a:extLst>
              <a:ext uri="{FF2B5EF4-FFF2-40B4-BE49-F238E27FC236}">
                <a16:creationId xmlns:a16="http://schemas.microsoft.com/office/drawing/2014/main" id="{D1B415F3-76E4-E2D2-7C75-009A1B739A18}"/>
              </a:ext>
            </a:extLst>
          </p:cNvPr>
          <p:cNvSpPr txBox="1"/>
          <p:nvPr/>
        </p:nvSpPr>
        <p:spPr>
          <a:xfrm>
            <a:off x="10437271" y="3827326"/>
            <a:ext cx="12563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bg1">
                    <a:lumMod val="8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Vmin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: 10V </a:t>
            </a:r>
            <a:endParaRPr lang="ru-RU" sz="1600" dirty="0">
              <a:solidFill>
                <a:schemeClr val="bg1">
                  <a:lumMod val="85000"/>
                </a:schemeClr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430" name="TextBox 429">
            <a:extLst>
              <a:ext uri="{FF2B5EF4-FFF2-40B4-BE49-F238E27FC236}">
                <a16:creationId xmlns:a16="http://schemas.microsoft.com/office/drawing/2014/main" id="{B3811540-A8BF-0B5E-D07F-AB0621EBAF09}"/>
              </a:ext>
            </a:extLst>
          </p:cNvPr>
          <p:cNvSpPr txBox="1"/>
          <p:nvPr/>
        </p:nvSpPr>
        <p:spPr>
          <a:xfrm>
            <a:off x="8367279" y="1563042"/>
            <a:ext cx="12666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Bus: 800V</a:t>
            </a:r>
            <a:endParaRPr lang="ru-RU" sz="1600" dirty="0">
              <a:solidFill>
                <a:schemeClr val="bg1">
                  <a:lumMod val="85000"/>
                </a:schemeClr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432" name="TextBox 431">
            <a:extLst>
              <a:ext uri="{FF2B5EF4-FFF2-40B4-BE49-F238E27FC236}">
                <a16:creationId xmlns:a16="http://schemas.microsoft.com/office/drawing/2014/main" id="{79ECB932-359B-7DFC-16D0-CBAF1F8B0634}"/>
              </a:ext>
            </a:extLst>
          </p:cNvPr>
          <p:cNvSpPr txBox="1"/>
          <p:nvPr/>
        </p:nvSpPr>
        <p:spPr>
          <a:xfrm>
            <a:off x="5729150" y="3827326"/>
            <a:ext cx="16877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Voltage map:</a:t>
            </a:r>
            <a:endParaRPr lang="ru-RU" sz="1600" dirty="0">
              <a:solidFill>
                <a:schemeClr val="bg1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975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51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F39E04-2F59-E770-DBC1-FE3D3E603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C02C858-ADAC-30B1-240C-1ADF61550C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209554"/>
              </p:ext>
            </p:extLst>
          </p:nvPr>
        </p:nvGraphicFramePr>
        <p:xfrm>
          <a:off x="0" y="0"/>
          <a:ext cx="12190761" cy="68580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4063587">
                  <a:extLst>
                    <a:ext uri="{9D8B030D-6E8A-4147-A177-3AD203B41FA5}">
                      <a16:colId xmlns:a16="http://schemas.microsoft.com/office/drawing/2014/main" val="3337215936"/>
                    </a:ext>
                  </a:extLst>
                </a:gridCol>
                <a:gridCol w="2709058">
                  <a:extLst>
                    <a:ext uri="{9D8B030D-6E8A-4147-A177-3AD203B41FA5}">
                      <a16:colId xmlns:a16="http://schemas.microsoft.com/office/drawing/2014/main" val="781963266"/>
                    </a:ext>
                  </a:extLst>
                </a:gridCol>
                <a:gridCol w="2709058">
                  <a:extLst>
                    <a:ext uri="{9D8B030D-6E8A-4147-A177-3AD203B41FA5}">
                      <a16:colId xmlns:a16="http://schemas.microsoft.com/office/drawing/2014/main" val="3617920241"/>
                    </a:ext>
                  </a:extLst>
                </a:gridCol>
                <a:gridCol w="2709058">
                  <a:extLst>
                    <a:ext uri="{9D8B030D-6E8A-4147-A177-3AD203B41FA5}">
                      <a16:colId xmlns:a16="http://schemas.microsoft.com/office/drawing/2014/main" val="118952164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004245"/>
                  </a:ext>
                </a:extLst>
              </a:tr>
              <a:tr h="15240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591143"/>
                  </a:ext>
                </a:extLst>
              </a:tr>
              <a:tr h="762000">
                <a:tc rowSpan="3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noFill/>
                  </a:tcPr>
                </a:tc>
                <a:tc gridSpan="3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708108"/>
                  </a:ext>
                </a:extLst>
              </a:tr>
              <a:tr h="7620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122695"/>
                  </a:ext>
                </a:extLst>
              </a:tr>
              <a:tr h="22860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02226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noFill/>
                  </a:tcPr>
                </a:tc>
                <a:tc gridSpan="3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564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094756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1590</TotalTime>
  <Words>158</Words>
  <Application>Microsoft Office PowerPoint</Application>
  <PresentationFormat>Широкоэкранный</PresentationFormat>
  <Paragraphs>108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Cascadia Mono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Tamashny Sag</dc:creator>
  <cp:lastModifiedBy>Tamashny Sag</cp:lastModifiedBy>
  <cp:revision>9</cp:revision>
  <dcterms:created xsi:type="dcterms:W3CDTF">2026-09-13T12:36:30Z</dcterms:created>
  <dcterms:modified xsi:type="dcterms:W3CDTF">2026-09-17T12:58:42Z</dcterms:modified>
</cp:coreProperties>
</file>